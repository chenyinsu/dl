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1.svg" ContentType="image/svg+xml"/>
  <Override PartName="/ppt/media/image13.svg" ContentType="image/svg+xml"/>
  <Override PartName="/ppt/media/image14.svg" ContentType="image/svg+xml"/>
  <Override PartName="/ppt/media/image16.svg" ContentType="image/svg+xml"/>
  <Override PartName="/ppt/media/image18.svg" ContentType="image/svg+xml"/>
  <Override PartName="/ppt/media/image2.svg" ContentType="image/svg+xml"/>
  <Override PartName="/ppt/media/image20.svg" ContentType="image/svg+xml"/>
  <Override PartName="/ppt/media/image21.svg" ContentType="image/svg+xml"/>
  <Override PartName="/ppt/media/image23.svg" ContentType="image/svg+xml"/>
  <Override PartName="/ppt/media/image25.svg" ContentType="image/svg+xml"/>
  <Override PartName="/ppt/media/image26.svg" ContentType="image/svg+xml"/>
  <Override PartName="/ppt/media/image27.svg" ContentType="image/svg+xml"/>
  <Override PartName="/ppt/media/image4.svg" ContentType="image/svg+xml"/>
  <Override PartName="/ppt/media/image5.svg" ContentType="image/svg+xml"/>
  <Override PartName="/ppt/media/image7.svg" ContentType="image/svg+xml"/>
  <Override PartName="/ppt/media/image9.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sldIdLst>
    <p:sldId id="256" r:id="rId4"/>
    <p:sldId id="257" r:id="rId5"/>
    <p:sldId id="263" r:id="rId6"/>
    <p:sldId id="258" r:id="rId7"/>
    <p:sldId id="260" r:id="rId8"/>
    <p:sldId id="259" r:id="rId9"/>
    <p:sldId id="262" r:id="rId10"/>
    <p:sldId id="264" r:id="rId1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9" Type="http://schemas.openxmlformats.org/officeDocument/2006/relationships/tags" Target="../tags/tag68.xml"/><Relationship Id="rId8" Type="http://schemas.openxmlformats.org/officeDocument/2006/relationships/tags" Target="../tags/tag67.xml"/><Relationship Id="rId7" Type="http://schemas.openxmlformats.org/officeDocument/2006/relationships/tags" Target="../tags/tag66.xml"/><Relationship Id="rId6" Type="http://schemas.openxmlformats.org/officeDocument/2006/relationships/tags" Target="../tags/tag65.xml"/><Relationship Id="rId5" Type="http://schemas.openxmlformats.org/officeDocument/2006/relationships/tags" Target="../tags/tag64.xml"/><Relationship Id="rId4" Type="http://schemas.openxmlformats.org/officeDocument/2006/relationships/image" Target="../media/image2.svg"/><Relationship Id="rId35" Type="http://schemas.openxmlformats.org/officeDocument/2006/relationships/tags" Target="../tags/tag83.xml"/><Relationship Id="rId34" Type="http://schemas.openxmlformats.org/officeDocument/2006/relationships/tags" Target="../tags/tag82.xml"/><Relationship Id="rId33" Type="http://schemas.openxmlformats.org/officeDocument/2006/relationships/tags" Target="../tags/tag81.xml"/><Relationship Id="rId32" Type="http://schemas.openxmlformats.org/officeDocument/2006/relationships/image" Target="../media/image13.svg"/><Relationship Id="rId31" Type="http://schemas.openxmlformats.org/officeDocument/2006/relationships/image" Target="../media/image12.png"/><Relationship Id="rId30" Type="http://schemas.openxmlformats.org/officeDocument/2006/relationships/tags" Target="../tags/tag80.xml"/><Relationship Id="rId3" Type="http://schemas.openxmlformats.org/officeDocument/2006/relationships/image" Target="../media/image1.png"/><Relationship Id="rId29" Type="http://schemas.openxmlformats.org/officeDocument/2006/relationships/image" Target="../media/image11.svg"/><Relationship Id="rId28" Type="http://schemas.openxmlformats.org/officeDocument/2006/relationships/image" Target="../media/image10.png"/><Relationship Id="rId27" Type="http://schemas.openxmlformats.org/officeDocument/2006/relationships/tags" Target="../tags/tag79.xml"/><Relationship Id="rId26" Type="http://schemas.openxmlformats.org/officeDocument/2006/relationships/image" Target="../media/image9.svg"/><Relationship Id="rId25" Type="http://schemas.openxmlformats.org/officeDocument/2006/relationships/image" Target="../media/image8.png"/><Relationship Id="rId24" Type="http://schemas.openxmlformats.org/officeDocument/2006/relationships/tags" Target="../tags/tag78.xml"/><Relationship Id="rId23" Type="http://schemas.openxmlformats.org/officeDocument/2006/relationships/image" Target="../media/image7.svg"/><Relationship Id="rId22" Type="http://schemas.openxmlformats.org/officeDocument/2006/relationships/image" Target="../media/image6.png"/><Relationship Id="rId21" Type="http://schemas.openxmlformats.org/officeDocument/2006/relationships/tags" Target="../tags/tag77.xml"/><Relationship Id="rId20" Type="http://schemas.openxmlformats.org/officeDocument/2006/relationships/image" Target="../media/image5.svg"/><Relationship Id="rId2" Type="http://schemas.openxmlformats.org/officeDocument/2006/relationships/tags" Target="../tags/tag63.xml"/><Relationship Id="rId19" Type="http://schemas.openxmlformats.org/officeDocument/2006/relationships/tags" Target="../tags/tag76.xml"/><Relationship Id="rId18" Type="http://schemas.openxmlformats.org/officeDocument/2006/relationships/tags" Target="../tags/tag75.xml"/><Relationship Id="rId17" Type="http://schemas.openxmlformats.org/officeDocument/2006/relationships/tags" Target="../tags/tag74.xml"/><Relationship Id="rId16" Type="http://schemas.openxmlformats.org/officeDocument/2006/relationships/tags" Target="../tags/tag73.xml"/><Relationship Id="rId15" Type="http://schemas.openxmlformats.org/officeDocument/2006/relationships/tags" Target="../tags/tag72.xml"/><Relationship Id="rId14" Type="http://schemas.openxmlformats.org/officeDocument/2006/relationships/tags" Target="../tags/tag71.xml"/><Relationship Id="rId13" Type="http://schemas.openxmlformats.org/officeDocument/2006/relationships/tags" Target="../tags/tag70.xml"/><Relationship Id="rId12" Type="http://schemas.openxmlformats.org/officeDocument/2006/relationships/image" Target="../media/image4.svg"/><Relationship Id="rId11" Type="http://schemas.openxmlformats.org/officeDocument/2006/relationships/image" Target="../media/image3.png"/><Relationship Id="rId10" Type="http://schemas.openxmlformats.org/officeDocument/2006/relationships/tags" Target="../tags/tag69.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6" Type="http://schemas.openxmlformats.org/officeDocument/2006/relationships/tags" Target="../tags/tag88.xml"/><Relationship Id="rId5" Type="http://schemas.openxmlformats.org/officeDocument/2006/relationships/tags" Target="../tags/tag87.xml"/><Relationship Id="rId4" Type="http://schemas.openxmlformats.org/officeDocument/2006/relationships/tags" Target="../tags/tag86.xml"/><Relationship Id="rId3" Type="http://schemas.openxmlformats.org/officeDocument/2006/relationships/tags" Target="../tags/tag85.xml"/><Relationship Id="rId2" Type="http://schemas.openxmlformats.org/officeDocument/2006/relationships/tags" Target="../tags/tag84.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9" Type="http://schemas.openxmlformats.org/officeDocument/2006/relationships/tags" Target="../tags/tag94.xml"/><Relationship Id="rId8" Type="http://schemas.openxmlformats.org/officeDocument/2006/relationships/tags" Target="../tags/tag93.xml"/><Relationship Id="rId7" Type="http://schemas.openxmlformats.org/officeDocument/2006/relationships/tags" Target="../tags/tag92.xml"/><Relationship Id="rId6" Type="http://schemas.openxmlformats.org/officeDocument/2006/relationships/tags" Target="../tags/tag91.xml"/><Relationship Id="rId5" Type="http://schemas.openxmlformats.org/officeDocument/2006/relationships/tags" Target="../tags/tag90.xml"/><Relationship Id="rId4" Type="http://schemas.openxmlformats.org/officeDocument/2006/relationships/image" Target="../media/image2.svg"/><Relationship Id="rId3" Type="http://schemas.openxmlformats.org/officeDocument/2006/relationships/image" Target="../media/image1.png"/><Relationship Id="rId25" Type="http://schemas.openxmlformats.org/officeDocument/2006/relationships/image" Target="../media/image20.svg"/><Relationship Id="rId24" Type="http://schemas.openxmlformats.org/officeDocument/2006/relationships/image" Target="../media/image19.png"/><Relationship Id="rId23" Type="http://schemas.openxmlformats.org/officeDocument/2006/relationships/tags" Target="../tags/tag102.xml"/><Relationship Id="rId22" Type="http://schemas.openxmlformats.org/officeDocument/2006/relationships/tags" Target="../tags/tag101.xml"/><Relationship Id="rId21" Type="http://schemas.openxmlformats.org/officeDocument/2006/relationships/tags" Target="../tags/tag100.xml"/><Relationship Id="rId20" Type="http://schemas.openxmlformats.org/officeDocument/2006/relationships/tags" Target="../tags/tag99.xml"/><Relationship Id="rId2" Type="http://schemas.openxmlformats.org/officeDocument/2006/relationships/tags" Target="../tags/tag89.xml"/><Relationship Id="rId19" Type="http://schemas.openxmlformats.org/officeDocument/2006/relationships/tags" Target="../tags/tag98.xml"/><Relationship Id="rId18" Type="http://schemas.openxmlformats.org/officeDocument/2006/relationships/image" Target="../media/image18.svg"/><Relationship Id="rId17" Type="http://schemas.openxmlformats.org/officeDocument/2006/relationships/image" Target="../media/image17.png"/><Relationship Id="rId16" Type="http://schemas.openxmlformats.org/officeDocument/2006/relationships/tags" Target="../tags/tag97.xml"/><Relationship Id="rId15" Type="http://schemas.openxmlformats.org/officeDocument/2006/relationships/image" Target="../media/image16.svg"/><Relationship Id="rId14" Type="http://schemas.openxmlformats.org/officeDocument/2006/relationships/image" Target="../media/image15.png"/><Relationship Id="rId13" Type="http://schemas.openxmlformats.org/officeDocument/2006/relationships/tags" Target="../tags/tag96.xml"/><Relationship Id="rId12" Type="http://schemas.openxmlformats.org/officeDocument/2006/relationships/image" Target="../media/image14.svg"/><Relationship Id="rId11" Type="http://schemas.openxmlformats.org/officeDocument/2006/relationships/image" Target="../media/image3.png"/><Relationship Id="rId10" Type="http://schemas.openxmlformats.org/officeDocument/2006/relationships/tags" Target="../tags/tag95.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108.xml"/><Relationship Id="rId8" Type="http://schemas.openxmlformats.org/officeDocument/2006/relationships/tags" Target="../tags/tag107.xml"/><Relationship Id="rId7" Type="http://schemas.openxmlformats.org/officeDocument/2006/relationships/tags" Target="../tags/tag106.xml"/><Relationship Id="rId6" Type="http://schemas.openxmlformats.org/officeDocument/2006/relationships/tags" Target="../tags/tag105.xml"/><Relationship Id="rId5" Type="http://schemas.openxmlformats.org/officeDocument/2006/relationships/tags" Target="../tags/tag104.xml"/><Relationship Id="rId4" Type="http://schemas.openxmlformats.org/officeDocument/2006/relationships/image" Target="../media/image2.svg"/><Relationship Id="rId3" Type="http://schemas.openxmlformats.org/officeDocument/2006/relationships/image" Target="../media/image1.png"/><Relationship Id="rId27" Type="http://schemas.openxmlformats.org/officeDocument/2006/relationships/tags" Target="../tags/tag116.xml"/><Relationship Id="rId26" Type="http://schemas.openxmlformats.org/officeDocument/2006/relationships/tags" Target="../tags/tag115.xml"/><Relationship Id="rId25" Type="http://schemas.openxmlformats.org/officeDocument/2006/relationships/tags" Target="../tags/tag114.xml"/><Relationship Id="rId24" Type="http://schemas.openxmlformats.org/officeDocument/2006/relationships/image" Target="../media/image25.svg"/><Relationship Id="rId23" Type="http://schemas.openxmlformats.org/officeDocument/2006/relationships/image" Target="../media/image24.png"/><Relationship Id="rId22" Type="http://schemas.openxmlformats.org/officeDocument/2006/relationships/tags" Target="../tags/tag113.xml"/><Relationship Id="rId21" Type="http://schemas.openxmlformats.org/officeDocument/2006/relationships/image" Target="../media/image13.svg"/><Relationship Id="rId20" Type="http://schemas.openxmlformats.org/officeDocument/2006/relationships/image" Target="../media/image12.png"/><Relationship Id="rId2" Type="http://schemas.openxmlformats.org/officeDocument/2006/relationships/tags" Target="../tags/tag103.xml"/><Relationship Id="rId19" Type="http://schemas.openxmlformats.org/officeDocument/2006/relationships/tags" Target="../tags/tag112.xml"/><Relationship Id="rId18" Type="http://schemas.openxmlformats.org/officeDocument/2006/relationships/image" Target="../media/image23.svg"/><Relationship Id="rId17" Type="http://schemas.openxmlformats.org/officeDocument/2006/relationships/image" Target="../media/image22.png"/><Relationship Id="rId16" Type="http://schemas.openxmlformats.org/officeDocument/2006/relationships/tags" Target="../tags/tag111.xml"/><Relationship Id="rId15" Type="http://schemas.openxmlformats.org/officeDocument/2006/relationships/image" Target="../media/image9.svg"/><Relationship Id="rId14" Type="http://schemas.openxmlformats.org/officeDocument/2006/relationships/image" Target="../media/image8.png"/><Relationship Id="rId13" Type="http://schemas.openxmlformats.org/officeDocument/2006/relationships/tags" Target="../tags/tag110.xml"/><Relationship Id="rId12" Type="http://schemas.openxmlformats.org/officeDocument/2006/relationships/image" Target="../media/image21.svg"/><Relationship Id="rId11" Type="http://schemas.openxmlformats.org/officeDocument/2006/relationships/image" Target="../media/image3.png"/><Relationship Id="rId10" Type="http://schemas.openxmlformats.org/officeDocument/2006/relationships/tags" Target="../tags/tag109.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7" Type="http://schemas.openxmlformats.org/officeDocument/2006/relationships/tags" Target="../tags/tag122.xml"/><Relationship Id="rId6" Type="http://schemas.openxmlformats.org/officeDocument/2006/relationships/tags" Target="../tags/tag121.xml"/><Relationship Id="rId5" Type="http://schemas.openxmlformats.org/officeDocument/2006/relationships/tags" Target="../tags/tag120.xml"/><Relationship Id="rId4" Type="http://schemas.openxmlformats.org/officeDocument/2006/relationships/tags" Target="../tags/tag119.xml"/><Relationship Id="rId3" Type="http://schemas.openxmlformats.org/officeDocument/2006/relationships/tags" Target="../tags/tag118.xml"/><Relationship Id="rId2" Type="http://schemas.openxmlformats.org/officeDocument/2006/relationships/tags" Target="../tags/tag117.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9" Type="http://schemas.openxmlformats.org/officeDocument/2006/relationships/tags" Target="../tags/tag130.xml"/><Relationship Id="rId8" Type="http://schemas.openxmlformats.org/officeDocument/2006/relationships/tags" Target="../tags/tag129.xml"/><Relationship Id="rId7" Type="http://schemas.openxmlformats.org/officeDocument/2006/relationships/tags" Target="../tags/tag128.xml"/><Relationship Id="rId6" Type="http://schemas.openxmlformats.org/officeDocument/2006/relationships/tags" Target="../tags/tag127.xml"/><Relationship Id="rId5" Type="http://schemas.openxmlformats.org/officeDocument/2006/relationships/tags" Target="../tags/tag126.xml"/><Relationship Id="rId4" Type="http://schemas.openxmlformats.org/officeDocument/2006/relationships/tags" Target="../tags/tag125.xml"/><Relationship Id="rId3" Type="http://schemas.openxmlformats.org/officeDocument/2006/relationships/tags" Target="../tags/tag124.xml"/><Relationship Id="rId2" Type="http://schemas.openxmlformats.org/officeDocument/2006/relationships/tags" Target="../tags/tag123.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5" Type="http://schemas.openxmlformats.org/officeDocument/2006/relationships/tags" Target="../tags/tag134.xml"/><Relationship Id="rId4" Type="http://schemas.openxmlformats.org/officeDocument/2006/relationships/tags" Target="../tags/tag133.xml"/><Relationship Id="rId3" Type="http://schemas.openxmlformats.org/officeDocument/2006/relationships/tags" Target="../tags/tag132.xml"/><Relationship Id="rId2" Type="http://schemas.openxmlformats.org/officeDocument/2006/relationships/tags" Target="../tags/tag131.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4" Type="http://schemas.openxmlformats.org/officeDocument/2006/relationships/tags" Target="../tags/tag137.xml"/><Relationship Id="rId3" Type="http://schemas.openxmlformats.org/officeDocument/2006/relationships/tags" Target="../tags/tag136.xml"/><Relationship Id="rId2" Type="http://schemas.openxmlformats.org/officeDocument/2006/relationships/tags" Target="../tags/tag135.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5" Type="http://schemas.openxmlformats.org/officeDocument/2006/relationships/tags" Target="../tags/tag141.xml"/><Relationship Id="rId4" Type="http://schemas.openxmlformats.org/officeDocument/2006/relationships/tags" Target="../tags/tag140.xml"/><Relationship Id="rId3" Type="http://schemas.openxmlformats.org/officeDocument/2006/relationships/tags" Target="../tags/tag139.xml"/><Relationship Id="rId2" Type="http://schemas.openxmlformats.org/officeDocument/2006/relationships/tags" Target="../tags/tag138.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6" Type="http://schemas.openxmlformats.org/officeDocument/2006/relationships/tags" Target="../tags/tag146.xml"/><Relationship Id="rId5" Type="http://schemas.openxmlformats.org/officeDocument/2006/relationships/tags" Target="../tags/tag145.xml"/><Relationship Id="rId4" Type="http://schemas.openxmlformats.org/officeDocument/2006/relationships/tags" Target="../tags/tag144.xml"/><Relationship Id="rId3" Type="http://schemas.openxmlformats.org/officeDocument/2006/relationships/tags" Target="../tags/tag143.xml"/><Relationship Id="rId2" Type="http://schemas.openxmlformats.org/officeDocument/2006/relationships/tags" Target="../tags/tag142.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9" Type="http://schemas.openxmlformats.org/officeDocument/2006/relationships/tags" Target="../tags/tag152.xml"/><Relationship Id="rId8" Type="http://schemas.openxmlformats.org/officeDocument/2006/relationships/tags" Target="../tags/tag151.xml"/><Relationship Id="rId7" Type="http://schemas.openxmlformats.org/officeDocument/2006/relationships/tags" Target="../tags/tag150.xml"/><Relationship Id="rId6" Type="http://schemas.openxmlformats.org/officeDocument/2006/relationships/tags" Target="../tags/tag149.xml"/><Relationship Id="rId5" Type="http://schemas.openxmlformats.org/officeDocument/2006/relationships/tags" Target="../tags/tag148.xml"/><Relationship Id="rId4" Type="http://schemas.openxmlformats.org/officeDocument/2006/relationships/image" Target="../media/image2.svg"/><Relationship Id="rId35" Type="http://schemas.openxmlformats.org/officeDocument/2006/relationships/tags" Target="../tags/tag167.xml"/><Relationship Id="rId34" Type="http://schemas.openxmlformats.org/officeDocument/2006/relationships/tags" Target="../tags/tag166.xml"/><Relationship Id="rId33" Type="http://schemas.openxmlformats.org/officeDocument/2006/relationships/tags" Target="../tags/tag165.xml"/><Relationship Id="rId32" Type="http://schemas.openxmlformats.org/officeDocument/2006/relationships/image" Target="../media/image13.svg"/><Relationship Id="rId31" Type="http://schemas.openxmlformats.org/officeDocument/2006/relationships/image" Target="../media/image12.png"/><Relationship Id="rId30" Type="http://schemas.openxmlformats.org/officeDocument/2006/relationships/tags" Target="../tags/tag164.xml"/><Relationship Id="rId3" Type="http://schemas.openxmlformats.org/officeDocument/2006/relationships/image" Target="../media/image1.png"/><Relationship Id="rId29" Type="http://schemas.openxmlformats.org/officeDocument/2006/relationships/image" Target="../media/image11.svg"/><Relationship Id="rId28" Type="http://schemas.openxmlformats.org/officeDocument/2006/relationships/image" Target="../media/image10.png"/><Relationship Id="rId27" Type="http://schemas.openxmlformats.org/officeDocument/2006/relationships/tags" Target="../tags/tag163.xml"/><Relationship Id="rId26" Type="http://schemas.openxmlformats.org/officeDocument/2006/relationships/image" Target="../media/image9.svg"/><Relationship Id="rId25" Type="http://schemas.openxmlformats.org/officeDocument/2006/relationships/image" Target="../media/image8.png"/><Relationship Id="rId24" Type="http://schemas.openxmlformats.org/officeDocument/2006/relationships/tags" Target="../tags/tag162.xml"/><Relationship Id="rId23" Type="http://schemas.openxmlformats.org/officeDocument/2006/relationships/image" Target="../media/image7.svg"/><Relationship Id="rId22" Type="http://schemas.openxmlformats.org/officeDocument/2006/relationships/image" Target="../media/image6.png"/><Relationship Id="rId21" Type="http://schemas.openxmlformats.org/officeDocument/2006/relationships/tags" Target="../tags/tag161.xml"/><Relationship Id="rId20" Type="http://schemas.openxmlformats.org/officeDocument/2006/relationships/image" Target="../media/image26.svg"/><Relationship Id="rId2" Type="http://schemas.openxmlformats.org/officeDocument/2006/relationships/tags" Target="../tags/tag147.xml"/><Relationship Id="rId19" Type="http://schemas.openxmlformats.org/officeDocument/2006/relationships/tags" Target="../tags/tag160.xml"/><Relationship Id="rId18" Type="http://schemas.openxmlformats.org/officeDocument/2006/relationships/tags" Target="../tags/tag159.xml"/><Relationship Id="rId17" Type="http://schemas.openxmlformats.org/officeDocument/2006/relationships/tags" Target="../tags/tag158.xml"/><Relationship Id="rId16" Type="http://schemas.openxmlformats.org/officeDocument/2006/relationships/tags" Target="../tags/tag157.xml"/><Relationship Id="rId15" Type="http://schemas.openxmlformats.org/officeDocument/2006/relationships/tags" Target="../tags/tag156.xml"/><Relationship Id="rId14" Type="http://schemas.openxmlformats.org/officeDocument/2006/relationships/tags" Target="../tags/tag155.xml"/><Relationship Id="rId13" Type="http://schemas.openxmlformats.org/officeDocument/2006/relationships/tags" Target="../tags/tag154.xml"/><Relationship Id="rId12" Type="http://schemas.openxmlformats.org/officeDocument/2006/relationships/image" Target="../media/image4.svg"/><Relationship Id="rId11" Type="http://schemas.openxmlformats.org/officeDocument/2006/relationships/image" Target="../media/image3.png"/><Relationship Id="rId10" Type="http://schemas.openxmlformats.org/officeDocument/2006/relationships/tags" Target="../tags/tag153.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18" name="图形 17"/>
          <p:cNvPicPr>
            <a:picLocks noChangeAspect="1"/>
          </p:cNvPicPr>
          <p:nvPr userDrawn="1">
            <p:custDataLst>
              <p:tags r:id="rId2"/>
            </p:custDataLst>
          </p:nvPr>
        </p:nvPicPr>
        <p:blipFill>
          <a:blip r:embed="rId3">
            <a:extLst>
              <a:ext uri="{96DAC541-7B7A-43D3-8B79-37D633B846F1}">
                <asvg:svgBlip xmlns:asvg="http://schemas.microsoft.com/office/drawing/2016/SVG/main" r:embed="rId4"/>
              </a:ext>
            </a:extLst>
          </a:blip>
          <a:stretch>
            <a:fillRect/>
          </a:stretch>
        </p:blipFill>
        <p:spPr>
          <a:xfrm>
            <a:off x="0" y="0"/>
            <a:ext cx="6096000" cy="2227580"/>
          </a:xfrm>
          <a:prstGeom prst="rect">
            <a:avLst/>
          </a:prstGeom>
        </p:spPr>
      </p:pic>
      <p:pic>
        <p:nvPicPr>
          <p:cNvPr id="19" name="图形 18"/>
          <p:cNvPicPr>
            <a:picLocks noChangeAspect="1"/>
          </p:cNvPicPr>
          <p:nvPr userDrawn="1">
            <p:custDataLst>
              <p:tags r:id="rId5"/>
            </p:custDataLst>
          </p:nvPr>
        </p:nvPicPr>
        <p:blipFill>
          <a:blip r:embed="rId3">
            <a:extLst>
              <a:ext uri="{96DAC541-7B7A-43D3-8B79-37D633B846F1}">
                <asvg:svgBlip xmlns:asvg="http://schemas.microsoft.com/office/drawing/2016/SVG/main" r:embed="rId4"/>
              </a:ext>
            </a:extLst>
          </a:blip>
          <a:stretch>
            <a:fillRect/>
          </a:stretch>
        </p:blipFill>
        <p:spPr>
          <a:xfrm>
            <a:off x="6096000" y="0"/>
            <a:ext cx="6096000" cy="2227580"/>
          </a:xfrm>
          <a:prstGeom prst="rect">
            <a:avLst/>
          </a:prstGeom>
        </p:spPr>
      </p:pic>
      <p:pic>
        <p:nvPicPr>
          <p:cNvPr id="16" name="图形 15"/>
          <p:cNvPicPr>
            <a:picLocks noChangeAspect="1"/>
          </p:cNvPicPr>
          <p:nvPr userDrawn="1">
            <p:custDataLst>
              <p:tags r:id="rId6"/>
            </p:custDataLst>
          </p:nvPr>
        </p:nvPicPr>
        <p:blipFill>
          <a:blip r:embed="rId3">
            <a:extLst>
              <a:ext uri="{96DAC541-7B7A-43D3-8B79-37D633B846F1}">
                <asvg:svgBlip xmlns:asvg="http://schemas.microsoft.com/office/drawing/2016/SVG/main" r:embed="rId4"/>
              </a:ext>
            </a:extLst>
          </a:blip>
          <a:stretch>
            <a:fillRect/>
          </a:stretch>
        </p:blipFill>
        <p:spPr>
          <a:xfrm>
            <a:off x="0" y="2308225"/>
            <a:ext cx="6096000" cy="2227580"/>
          </a:xfrm>
          <a:prstGeom prst="rect">
            <a:avLst/>
          </a:prstGeom>
        </p:spPr>
      </p:pic>
      <p:pic>
        <p:nvPicPr>
          <p:cNvPr id="17" name="图形 16"/>
          <p:cNvPicPr>
            <a:picLocks noChangeAspect="1"/>
          </p:cNvPicPr>
          <p:nvPr userDrawn="1">
            <p:custDataLst>
              <p:tags r:id="rId7"/>
            </p:custDataLst>
          </p:nvPr>
        </p:nvPicPr>
        <p:blipFill>
          <a:blip r:embed="rId3">
            <a:extLst>
              <a:ext uri="{96DAC541-7B7A-43D3-8B79-37D633B846F1}">
                <asvg:svgBlip xmlns:asvg="http://schemas.microsoft.com/office/drawing/2016/SVG/main" r:embed="rId4"/>
              </a:ext>
            </a:extLst>
          </a:blip>
          <a:stretch>
            <a:fillRect/>
          </a:stretch>
        </p:blipFill>
        <p:spPr>
          <a:xfrm>
            <a:off x="6096000" y="2308225"/>
            <a:ext cx="6096000" cy="2227580"/>
          </a:xfrm>
          <a:prstGeom prst="rect">
            <a:avLst/>
          </a:prstGeom>
        </p:spPr>
      </p:pic>
      <p:pic>
        <p:nvPicPr>
          <p:cNvPr id="14" name="图形 13"/>
          <p:cNvPicPr>
            <a:picLocks noChangeAspect="1"/>
          </p:cNvPicPr>
          <p:nvPr userDrawn="1">
            <p:custDataLst>
              <p:tags r:id="rId8"/>
            </p:custDataLst>
          </p:nvPr>
        </p:nvPicPr>
        <p:blipFill>
          <a:blip r:embed="rId3">
            <a:extLst>
              <a:ext uri="{96DAC541-7B7A-43D3-8B79-37D633B846F1}">
                <asvg:svgBlip xmlns:asvg="http://schemas.microsoft.com/office/drawing/2016/SVG/main" r:embed="rId4"/>
              </a:ext>
            </a:extLst>
          </a:blip>
          <a:stretch>
            <a:fillRect/>
          </a:stretch>
        </p:blipFill>
        <p:spPr>
          <a:xfrm>
            <a:off x="0" y="4630420"/>
            <a:ext cx="6096000" cy="2227580"/>
          </a:xfrm>
          <a:prstGeom prst="rect">
            <a:avLst/>
          </a:prstGeom>
        </p:spPr>
      </p:pic>
      <p:pic>
        <p:nvPicPr>
          <p:cNvPr id="15" name="图形 14"/>
          <p:cNvPicPr>
            <a:picLocks noChangeAspect="1"/>
          </p:cNvPicPr>
          <p:nvPr userDrawn="1">
            <p:custDataLst>
              <p:tags r:id="rId9"/>
            </p:custDataLst>
          </p:nvPr>
        </p:nvPicPr>
        <p:blipFill>
          <a:blip r:embed="rId3">
            <a:extLst>
              <a:ext uri="{96DAC541-7B7A-43D3-8B79-37D633B846F1}">
                <asvg:svgBlip xmlns:asvg="http://schemas.microsoft.com/office/drawing/2016/SVG/main" r:embed="rId4"/>
              </a:ext>
            </a:extLst>
          </a:blip>
          <a:stretch>
            <a:fillRect/>
          </a:stretch>
        </p:blipFill>
        <p:spPr>
          <a:xfrm>
            <a:off x="6096000" y="4630420"/>
            <a:ext cx="6096000" cy="2227580"/>
          </a:xfrm>
          <a:prstGeom prst="rect">
            <a:avLst/>
          </a:prstGeom>
        </p:spPr>
      </p:pic>
      <p:pic>
        <p:nvPicPr>
          <p:cNvPr id="10" name="图形 9"/>
          <p:cNvPicPr>
            <a:picLocks noChangeAspect="1"/>
          </p:cNvPicPr>
          <p:nvPr userDrawn="1">
            <p:custDataLst>
              <p:tags r:id="rId10"/>
            </p:custDataLst>
          </p:nvPr>
        </p:nvPicPr>
        <p:blipFill>
          <a:blip r:embed="rId11">
            <a:extLst>
              <a:ext uri="{96DAC541-7B7A-43D3-8B79-37D633B846F1}">
                <asvg:svgBlip xmlns:asvg="http://schemas.microsoft.com/office/drawing/2016/SVG/main" r:embed="rId12"/>
              </a:ext>
            </a:extLst>
          </a:blip>
          <a:stretch>
            <a:fillRect/>
          </a:stretch>
        </p:blipFill>
        <p:spPr>
          <a:xfrm>
            <a:off x="108585" y="99695"/>
            <a:ext cx="11974195" cy="6668770"/>
          </a:xfrm>
          <a:prstGeom prst="rect">
            <a:avLst/>
          </a:prstGeom>
        </p:spPr>
      </p:pic>
      <p:pic>
        <p:nvPicPr>
          <p:cNvPr id="39" name="图形 38"/>
          <p:cNvPicPr>
            <a:picLocks noChangeAspect="1"/>
          </p:cNvPicPr>
          <p:nvPr userDrawn="1">
            <p:custDataLst>
              <p:tags r:id="rId13"/>
            </p:custDataLst>
          </p:nvPr>
        </p:nvPicPr>
        <p:blipFill>
          <a:blip r:embed="rId3">
            <a:extLst>
              <a:ext uri="{96DAC541-7B7A-43D3-8B79-37D633B846F1}">
                <asvg:svgBlip xmlns:asvg="http://schemas.microsoft.com/office/drawing/2016/SVG/main" r:embed="rId4"/>
              </a:ext>
            </a:extLst>
          </a:blip>
          <a:stretch>
            <a:fillRect/>
          </a:stretch>
        </p:blipFill>
        <p:spPr>
          <a:xfrm>
            <a:off x="0" y="6985"/>
            <a:ext cx="6096000" cy="2227580"/>
          </a:xfrm>
          <a:prstGeom prst="rect">
            <a:avLst/>
          </a:prstGeom>
        </p:spPr>
      </p:pic>
      <p:pic>
        <p:nvPicPr>
          <p:cNvPr id="40" name="图形 39"/>
          <p:cNvPicPr>
            <a:picLocks noChangeAspect="1"/>
          </p:cNvPicPr>
          <p:nvPr userDrawn="1">
            <p:custDataLst>
              <p:tags r:id="rId14"/>
            </p:custDataLst>
          </p:nvPr>
        </p:nvPicPr>
        <p:blipFill>
          <a:blip r:embed="rId3">
            <a:extLst>
              <a:ext uri="{96DAC541-7B7A-43D3-8B79-37D633B846F1}">
                <asvg:svgBlip xmlns:asvg="http://schemas.microsoft.com/office/drawing/2016/SVG/main" r:embed="rId4"/>
              </a:ext>
            </a:extLst>
          </a:blip>
          <a:stretch>
            <a:fillRect/>
          </a:stretch>
        </p:blipFill>
        <p:spPr>
          <a:xfrm>
            <a:off x="6096000" y="6985"/>
            <a:ext cx="6096000" cy="2227580"/>
          </a:xfrm>
          <a:prstGeom prst="rect">
            <a:avLst/>
          </a:prstGeom>
        </p:spPr>
      </p:pic>
      <p:pic>
        <p:nvPicPr>
          <p:cNvPr id="37" name="图形 36"/>
          <p:cNvPicPr>
            <a:picLocks noChangeAspect="1"/>
          </p:cNvPicPr>
          <p:nvPr userDrawn="1">
            <p:custDataLst>
              <p:tags r:id="rId15"/>
            </p:custDataLst>
          </p:nvPr>
        </p:nvPicPr>
        <p:blipFill>
          <a:blip r:embed="rId3">
            <a:extLst>
              <a:ext uri="{96DAC541-7B7A-43D3-8B79-37D633B846F1}">
                <asvg:svgBlip xmlns:asvg="http://schemas.microsoft.com/office/drawing/2016/SVG/main" r:embed="rId4"/>
              </a:ext>
            </a:extLst>
          </a:blip>
          <a:stretch>
            <a:fillRect/>
          </a:stretch>
        </p:blipFill>
        <p:spPr>
          <a:xfrm>
            <a:off x="0" y="2315845"/>
            <a:ext cx="6096000" cy="2227580"/>
          </a:xfrm>
          <a:prstGeom prst="rect">
            <a:avLst/>
          </a:prstGeom>
        </p:spPr>
      </p:pic>
      <p:pic>
        <p:nvPicPr>
          <p:cNvPr id="38" name="图形 37"/>
          <p:cNvPicPr>
            <a:picLocks noChangeAspect="1"/>
          </p:cNvPicPr>
          <p:nvPr userDrawn="1">
            <p:custDataLst>
              <p:tags r:id="rId16"/>
            </p:custDataLst>
          </p:nvPr>
        </p:nvPicPr>
        <p:blipFill>
          <a:blip r:embed="rId3">
            <a:extLst>
              <a:ext uri="{96DAC541-7B7A-43D3-8B79-37D633B846F1}">
                <asvg:svgBlip xmlns:asvg="http://schemas.microsoft.com/office/drawing/2016/SVG/main" r:embed="rId4"/>
              </a:ext>
            </a:extLst>
          </a:blip>
          <a:stretch>
            <a:fillRect/>
          </a:stretch>
        </p:blipFill>
        <p:spPr>
          <a:xfrm>
            <a:off x="6096000" y="2315845"/>
            <a:ext cx="6096000" cy="2227580"/>
          </a:xfrm>
          <a:prstGeom prst="rect">
            <a:avLst/>
          </a:prstGeom>
        </p:spPr>
      </p:pic>
      <p:pic>
        <p:nvPicPr>
          <p:cNvPr id="35" name="图形 34"/>
          <p:cNvPicPr>
            <a:picLocks noChangeAspect="1"/>
          </p:cNvPicPr>
          <p:nvPr userDrawn="1">
            <p:custDataLst>
              <p:tags r:id="rId17"/>
            </p:custDataLst>
          </p:nvPr>
        </p:nvPicPr>
        <p:blipFill>
          <a:blip r:embed="rId3">
            <a:extLst>
              <a:ext uri="{96DAC541-7B7A-43D3-8B79-37D633B846F1}">
                <asvg:svgBlip xmlns:asvg="http://schemas.microsoft.com/office/drawing/2016/SVG/main" r:embed="rId4"/>
              </a:ext>
            </a:extLst>
          </a:blip>
          <a:stretch>
            <a:fillRect/>
          </a:stretch>
        </p:blipFill>
        <p:spPr>
          <a:xfrm>
            <a:off x="0" y="4630420"/>
            <a:ext cx="6096000" cy="2227580"/>
          </a:xfrm>
          <a:prstGeom prst="rect">
            <a:avLst/>
          </a:prstGeom>
        </p:spPr>
      </p:pic>
      <p:pic>
        <p:nvPicPr>
          <p:cNvPr id="36" name="图形 35"/>
          <p:cNvPicPr>
            <a:picLocks noChangeAspect="1"/>
          </p:cNvPicPr>
          <p:nvPr userDrawn="1">
            <p:custDataLst>
              <p:tags r:id="rId18"/>
            </p:custDataLst>
          </p:nvPr>
        </p:nvPicPr>
        <p:blipFill>
          <a:blip r:embed="rId3">
            <a:extLst>
              <a:ext uri="{96DAC541-7B7A-43D3-8B79-37D633B846F1}">
                <asvg:svgBlip xmlns:asvg="http://schemas.microsoft.com/office/drawing/2016/SVG/main" r:embed="rId4"/>
              </a:ext>
            </a:extLst>
          </a:blip>
          <a:stretch>
            <a:fillRect/>
          </a:stretch>
        </p:blipFill>
        <p:spPr>
          <a:xfrm>
            <a:off x="6096000" y="4630420"/>
            <a:ext cx="6096000" cy="2227580"/>
          </a:xfrm>
          <a:prstGeom prst="rect">
            <a:avLst/>
          </a:prstGeom>
        </p:spPr>
      </p:pic>
      <p:pic>
        <p:nvPicPr>
          <p:cNvPr id="29" name="图形 28"/>
          <p:cNvPicPr>
            <a:picLocks noChangeAspect="1"/>
          </p:cNvPicPr>
          <p:nvPr userDrawn="1">
            <p:custDataLst>
              <p:tags r:id="rId19"/>
            </p:custDataLst>
          </p:nvPr>
        </p:nvPicPr>
        <p:blipFill>
          <a:blip r:embed="rId11">
            <a:extLst>
              <a:ext uri="{96DAC541-7B7A-43D3-8B79-37D633B846F1}">
                <asvg:svgBlip xmlns:asvg="http://schemas.microsoft.com/office/drawing/2016/SVG/main" r:embed="rId20"/>
              </a:ext>
            </a:extLst>
          </a:blip>
          <a:stretch>
            <a:fillRect/>
          </a:stretch>
        </p:blipFill>
        <p:spPr>
          <a:xfrm>
            <a:off x="108857" y="94506"/>
            <a:ext cx="11974287" cy="6668989"/>
          </a:xfrm>
          <a:prstGeom prst="rect">
            <a:avLst/>
          </a:prstGeom>
        </p:spPr>
      </p:pic>
      <p:pic>
        <p:nvPicPr>
          <p:cNvPr id="42" name="图形 41"/>
          <p:cNvPicPr>
            <a:picLocks noChangeAspect="1"/>
          </p:cNvPicPr>
          <p:nvPr userDrawn="1">
            <p:custDataLst>
              <p:tags r:id="rId21"/>
            </p:custDataLst>
          </p:nvPr>
        </p:nvPicPr>
        <p:blipFill>
          <a:blip r:embed="rId22">
            <a:extLst>
              <a:ext uri="{96DAC541-7B7A-43D3-8B79-37D633B846F1}">
                <asvg:svgBlip xmlns:asvg="http://schemas.microsoft.com/office/drawing/2016/SVG/main" r:embed="rId23"/>
              </a:ext>
            </a:extLst>
          </a:blip>
          <a:stretch>
            <a:fillRect/>
          </a:stretch>
        </p:blipFill>
        <p:spPr>
          <a:xfrm>
            <a:off x="7104152" y="949251"/>
            <a:ext cx="4555498" cy="5306405"/>
          </a:xfrm>
          <a:prstGeom prst="rect">
            <a:avLst/>
          </a:prstGeom>
        </p:spPr>
      </p:pic>
      <p:pic>
        <p:nvPicPr>
          <p:cNvPr id="43" name="图形 42"/>
          <p:cNvPicPr>
            <a:picLocks noChangeAspect="1"/>
          </p:cNvPicPr>
          <p:nvPr userDrawn="1">
            <p:custDataLst>
              <p:tags r:id="rId24"/>
            </p:custDataLst>
          </p:nvPr>
        </p:nvPicPr>
        <p:blipFill>
          <a:blip r:embed="rId25">
            <a:extLst>
              <a:ext uri="{96DAC541-7B7A-43D3-8B79-37D633B846F1}">
                <asvg:svgBlip xmlns:asvg="http://schemas.microsoft.com/office/drawing/2016/SVG/main" r:embed="rId26"/>
              </a:ext>
            </a:extLst>
          </a:blip>
          <a:stretch>
            <a:fillRect/>
          </a:stretch>
        </p:blipFill>
        <p:spPr>
          <a:xfrm>
            <a:off x="567641" y="5819581"/>
            <a:ext cx="1009423" cy="858481"/>
          </a:xfrm>
          <a:prstGeom prst="rect">
            <a:avLst/>
          </a:prstGeom>
        </p:spPr>
      </p:pic>
      <p:pic>
        <p:nvPicPr>
          <p:cNvPr id="47" name="图形 46"/>
          <p:cNvPicPr>
            <a:picLocks noChangeAspect="1"/>
          </p:cNvPicPr>
          <p:nvPr userDrawn="1">
            <p:custDataLst>
              <p:tags r:id="rId27"/>
            </p:custDataLst>
          </p:nvPr>
        </p:nvPicPr>
        <p:blipFill>
          <a:blip r:embed="rId28">
            <a:extLst>
              <a:ext uri="{96DAC541-7B7A-43D3-8B79-37D633B846F1}">
                <asvg:svgBlip xmlns:asvg="http://schemas.microsoft.com/office/drawing/2016/SVG/main" r:embed="rId29"/>
              </a:ext>
            </a:extLst>
          </a:blip>
          <a:stretch>
            <a:fillRect/>
          </a:stretch>
        </p:blipFill>
        <p:spPr>
          <a:xfrm>
            <a:off x="10340071" y="5912604"/>
            <a:ext cx="1284288" cy="662101"/>
          </a:xfrm>
          <a:prstGeom prst="rect">
            <a:avLst/>
          </a:prstGeom>
        </p:spPr>
      </p:pic>
      <p:pic>
        <p:nvPicPr>
          <p:cNvPr id="50" name="图形 49"/>
          <p:cNvPicPr>
            <a:picLocks noChangeAspect="1"/>
          </p:cNvPicPr>
          <p:nvPr userDrawn="1">
            <p:custDataLst>
              <p:tags r:id="rId30"/>
            </p:custDataLst>
          </p:nvPr>
        </p:nvPicPr>
        <p:blipFill>
          <a:blip r:embed="rId31">
            <a:extLst>
              <a:ext uri="{96DAC541-7B7A-43D3-8B79-37D633B846F1}">
                <asvg:svgBlip xmlns:asvg="http://schemas.microsoft.com/office/drawing/2016/SVG/main" r:embed="rId32"/>
              </a:ext>
            </a:extLst>
          </a:blip>
          <a:stretch>
            <a:fillRect/>
          </a:stretch>
        </p:blipFill>
        <p:spPr>
          <a:xfrm flipH="1">
            <a:off x="6399301" y="745241"/>
            <a:ext cx="896813" cy="541639"/>
          </a:xfrm>
          <a:prstGeom prst="rect">
            <a:avLst/>
          </a:prstGeom>
        </p:spPr>
      </p:pic>
      <p:sp>
        <p:nvSpPr>
          <p:cNvPr id="2" name="标题 1"/>
          <p:cNvSpPr>
            <a:spLocks noGrp="1"/>
          </p:cNvSpPr>
          <p:nvPr>
            <p:ph type="ctrTitle"/>
            <p:custDataLst>
              <p:tags r:id="rId33"/>
            </p:custDataLst>
          </p:nvPr>
        </p:nvSpPr>
        <p:spPr>
          <a:xfrm>
            <a:off x="1243965" y="2376170"/>
            <a:ext cx="5928995" cy="2152015"/>
          </a:xfrm>
        </p:spPr>
        <p:txBody>
          <a:bodyPr wrap="square" lIns="0" tIns="0" rIns="0" bIns="0" anchor="t" anchorCtr="0">
            <a:normAutofit/>
          </a:bodyPr>
          <a:lstStyle>
            <a:lvl1pPr algn="l">
              <a:lnSpc>
                <a:spcPct val="100000"/>
              </a:lnSpc>
              <a:defRPr sz="6000"/>
            </a:lvl1pPr>
          </a:lstStyle>
          <a:p>
            <a:r>
              <a:rPr lang="zh-CN" altLang="en-US" dirty="0"/>
              <a:t>单击此处编辑母版标题样式</a:t>
            </a:r>
            <a:endParaRPr lang="zh-CN" altLang="en-US" dirty="0"/>
          </a:p>
        </p:txBody>
      </p:sp>
      <p:sp>
        <p:nvSpPr>
          <p:cNvPr id="3" name="日期"/>
          <p:cNvSpPr>
            <a:spLocks noGrp="1"/>
          </p:cNvSpPr>
          <p:nvPr>
            <p:ph type="subTitle" idx="1" hasCustomPrompt="1"/>
            <p:custDataLst>
              <p:tags r:id="rId34"/>
            </p:custDataLst>
          </p:nvPr>
        </p:nvSpPr>
        <p:spPr>
          <a:xfrm>
            <a:off x="1243965" y="1476375"/>
            <a:ext cx="5928995" cy="687070"/>
          </a:xfrm>
        </p:spPr>
        <p:txBody>
          <a:bodyPr wrap="square" lIns="0" tIns="0" rIns="0" bIns="0" anchor="b">
            <a:normAutofit/>
          </a:bodyPr>
          <a:lstStyle>
            <a:lvl1pPr marL="0" indent="0" algn="l">
              <a:lnSpc>
                <a:spcPct val="100000"/>
              </a:lnSpc>
              <a:buNone/>
              <a:defRPr sz="3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日期时间</a:t>
            </a:r>
            <a:endParaRPr lang="zh-CN" altLang="en-US" dirty="0"/>
          </a:p>
        </p:txBody>
      </p:sp>
      <p:sp>
        <p:nvSpPr>
          <p:cNvPr id="4" name="署名占位符 10"/>
          <p:cNvSpPr>
            <a:spLocks noGrp="1"/>
          </p:cNvSpPr>
          <p:nvPr>
            <p:ph type="body" sz="quarter" idx="17" hasCustomPrompt="1"/>
            <p:custDataLst>
              <p:tags r:id="rId35"/>
            </p:custDataLst>
          </p:nvPr>
        </p:nvSpPr>
        <p:spPr>
          <a:xfrm>
            <a:off x="1243965" y="4669790"/>
            <a:ext cx="2499995" cy="574675"/>
          </a:xfrm>
          <a:prstGeom prst="roundRect">
            <a:avLst>
              <a:gd name="adj" fmla="val 50000"/>
            </a:avLst>
          </a:prstGeom>
          <a:solidFill>
            <a:schemeClr val="accent1"/>
          </a:solidFill>
          <a:ln w="19050">
            <a:solidFill>
              <a:schemeClr val="bg1"/>
            </a:solidFill>
          </a:ln>
        </p:spPr>
        <p:txBody>
          <a:bodyPr wrap="square" anchor="ctr" anchorCtr="0">
            <a:normAutofit/>
          </a:bodyPr>
          <a:lstStyle>
            <a:lvl1pPr marL="0" indent="0" algn="ctr">
              <a:lnSpc>
                <a:spcPct val="100000"/>
              </a:lnSpc>
              <a:buNone/>
              <a:defRPr sz="1600" b="1">
                <a:solidFill>
                  <a:srgbClr val="FFFFFF"/>
                </a:solidFill>
              </a:defRPr>
            </a:lvl1pPr>
          </a:lstStyle>
          <a:p>
            <a:pPr lvl="0"/>
            <a:r>
              <a:rPr lang="zh-CN" altLang="en-US" dirty="0"/>
              <a:t>署名</a:t>
            </a:r>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9" name="灯片编号占位符 38"/>
          <p:cNvSpPr>
            <a:spLocks noGrp="1"/>
          </p:cNvSpPr>
          <p:nvPr>
            <p:ph type="sldNum" sz="quarter" idx="4"/>
            <p:custDataLst>
              <p:tags r:id="rId2"/>
            </p:custDataLst>
          </p:nvPr>
        </p:nvSpPr>
        <p:spPr>
          <a:xfrm>
            <a:off x="8753983"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sp>
        <p:nvSpPr>
          <p:cNvPr id="40" name="页脚占位符 39"/>
          <p:cNvSpPr>
            <a:spLocks noGrp="1"/>
          </p:cNvSpPr>
          <p:nvPr>
            <p:ph type="ftr" sz="quarter" idx="3"/>
            <p:custDataLst>
              <p:tags r:id="rId3"/>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41" name="日期占位符 40"/>
          <p:cNvSpPr>
            <a:spLocks noGrp="1"/>
          </p:cNvSpPr>
          <p:nvPr>
            <p:ph type="dt" sz="half" idx="2"/>
            <p:custDataLst>
              <p:tags r:id="rId4"/>
            </p:custDataLst>
          </p:nvPr>
        </p:nvSpPr>
        <p:spPr>
          <a:xfrm>
            <a:off x="69596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42" name="文本占位符 41"/>
          <p:cNvSpPr>
            <a:spLocks noGrp="1"/>
          </p:cNvSpPr>
          <p:nvPr>
            <p:ph type="body" idx="1"/>
            <p:custDataLst>
              <p:tags r:id="rId5"/>
            </p:custDataLst>
          </p:nvPr>
        </p:nvSpPr>
        <p:spPr>
          <a:xfrm>
            <a:off x="695960" y="1301749"/>
            <a:ext cx="10800000" cy="4873625"/>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3" name="标题占位符 1"/>
          <p:cNvSpPr>
            <a:spLocks noGrp="1"/>
          </p:cNvSpPr>
          <p:nvPr>
            <p:ph type="title"/>
            <p:custDataLst>
              <p:tags r:id="rId6"/>
            </p:custDataLst>
          </p:nvPr>
        </p:nvSpPr>
        <p:spPr>
          <a:xfrm>
            <a:off x="695960" y="360000"/>
            <a:ext cx="10800000" cy="720000"/>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showMasterSp="0">
  <p:cSld name="目录">
    <p:spTree>
      <p:nvGrpSpPr>
        <p:cNvPr id="1" name=""/>
        <p:cNvGrpSpPr/>
        <p:nvPr/>
      </p:nvGrpSpPr>
      <p:grpSpPr>
        <a:xfrm>
          <a:off x="0" y="0"/>
          <a:ext cx="0" cy="0"/>
          <a:chOff x="0" y="0"/>
          <a:chExt cx="0" cy="0"/>
        </a:xfrm>
      </p:grpSpPr>
      <p:pic>
        <p:nvPicPr>
          <p:cNvPr id="74" name="图形 73"/>
          <p:cNvPicPr>
            <a:picLocks noChangeAspect="1"/>
          </p:cNvPicPr>
          <p:nvPr userDrawn="1">
            <p:custDataLst>
              <p:tags r:id="rId2"/>
            </p:custDataLst>
          </p:nvPr>
        </p:nvPicPr>
        <p:blipFill>
          <a:blip r:embed="rId3">
            <a:extLst>
              <a:ext uri="{96DAC541-7B7A-43D3-8B79-37D633B846F1}">
                <asvg:svgBlip xmlns:asvg="http://schemas.microsoft.com/office/drawing/2016/SVG/main" r:embed="rId4"/>
              </a:ext>
            </a:extLst>
          </a:blip>
          <a:stretch>
            <a:fillRect/>
          </a:stretch>
        </p:blipFill>
        <p:spPr>
          <a:xfrm>
            <a:off x="0" y="0"/>
            <a:ext cx="6096000" cy="2227580"/>
          </a:xfrm>
          <a:prstGeom prst="rect">
            <a:avLst/>
          </a:prstGeom>
        </p:spPr>
      </p:pic>
      <p:pic>
        <p:nvPicPr>
          <p:cNvPr id="75" name="图形 74"/>
          <p:cNvPicPr>
            <a:picLocks noChangeAspect="1"/>
          </p:cNvPicPr>
          <p:nvPr userDrawn="1">
            <p:custDataLst>
              <p:tags r:id="rId5"/>
            </p:custDataLst>
          </p:nvPr>
        </p:nvPicPr>
        <p:blipFill>
          <a:blip r:embed="rId3">
            <a:extLst>
              <a:ext uri="{96DAC541-7B7A-43D3-8B79-37D633B846F1}">
                <asvg:svgBlip xmlns:asvg="http://schemas.microsoft.com/office/drawing/2016/SVG/main" r:embed="rId4"/>
              </a:ext>
            </a:extLst>
          </a:blip>
          <a:stretch>
            <a:fillRect/>
          </a:stretch>
        </p:blipFill>
        <p:spPr>
          <a:xfrm>
            <a:off x="6096000" y="0"/>
            <a:ext cx="6096000" cy="2227580"/>
          </a:xfrm>
          <a:prstGeom prst="rect">
            <a:avLst/>
          </a:prstGeom>
        </p:spPr>
      </p:pic>
      <p:pic>
        <p:nvPicPr>
          <p:cNvPr id="72" name="图形 71"/>
          <p:cNvPicPr>
            <a:picLocks noChangeAspect="1"/>
          </p:cNvPicPr>
          <p:nvPr userDrawn="1">
            <p:custDataLst>
              <p:tags r:id="rId6"/>
            </p:custDataLst>
          </p:nvPr>
        </p:nvPicPr>
        <p:blipFill>
          <a:blip r:embed="rId3">
            <a:extLst>
              <a:ext uri="{96DAC541-7B7A-43D3-8B79-37D633B846F1}">
                <asvg:svgBlip xmlns:asvg="http://schemas.microsoft.com/office/drawing/2016/SVG/main" r:embed="rId4"/>
              </a:ext>
            </a:extLst>
          </a:blip>
          <a:stretch>
            <a:fillRect/>
          </a:stretch>
        </p:blipFill>
        <p:spPr>
          <a:xfrm>
            <a:off x="0" y="2303145"/>
            <a:ext cx="6096000" cy="2227580"/>
          </a:xfrm>
          <a:prstGeom prst="rect">
            <a:avLst/>
          </a:prstGeom>
        </p:spPr>
      </p:pic>
      <p:pic>
        <p:nvPicPr>
          <p:cNvPr id="73" name="图形 72"/>
          <p:cNvPicPr>
            <a:picLocks noChangeAspect="1"/>
          </p:cNvPicPr>
          <p:nvPr userDrawn="1">
            <p:custDataLst>
              <p:tags r:id="rId7"/>
            </p:custDataLst>
          </p:nvPr>
        </p:nvPicPr>
        <p:blipFill>
          <a:blip r:embed="rId3">
            <a:extLst>
              <a:ext uri="{96DAC541-7B7A-43D3-8B79-37D633B846F1}">
                <asvg:svgBlip xmlns:asvg="http://schemas.microsoft.com/office/drawing/2016/SVG/main" r:embed="rId4"/>
              </a:ext>
            </a:extLst>
          </a:blip>
          <a:stretch>
            <a:fillRect/>
          </a:stretch>
        </p:blipFill>
        <p:spPr>
          <a:xfrm>
            <a:off x="6096000" y="2303145"/>
            <a:ext cx="6096000" cy="2227580"/>
          </a:xfrm>
          <a:prstGeom prst="rect">
            <a:avLst/>
          </a:prstGeom>
        </p:spPr>
      </p:pic>
      <p:pic>
        <p:nvPicPr>
          <p:cNvPr id="70" name="图形 69"/>
          <p:cNvPicPr>
            <a:picLocks noChangeAspect="1"/>
          </p:cNvPicPr>
          <p:nvPr userDrawn="1">
            <p:custDataLst>
              <p:tags r:id="rId8"/>
            </p:custDataLst>
          </p:nvPr>
        </p:nvPicPr>
        <p:blipFill>
          <a:blip r:embed="rId3">
            <a:extLst>
              <a:ext uri="{96DAC541-7B7A-43D3-8B79-37D633B846F1}">
                <asvg:svgBlip xmlns:asvg="http://schemas.microsoft.com/office/drawing/2016/SVG/main" r:embed="rId4"/>
              </a:ext>
            </a:extLst>
          </a:blip>
          <a:stretch>
            <a:fillRect/>
          </a:stretch>
        </p:blipFill>
        <p:spPr>
          <a:xfrm>
            <a:off x="0" y="4625340"/>
            <a:ext cx="6096000" cy="2227580"/>
          </a:xfrm>
          <a:prstGeom prst="rect">
            <a:avLst/>
          </a:prstGeom>
        </p:spPr>
      </p:pic>
      <p:pic>
        <p:nvPicPr>
          <p:cNvPr id="71" name="图形 70"/>
          <p:cNvPicPr>
            <a:picLocks noChangeAspect="1"/>
          </p:cNvPicPr>
          <p:nvPr userDrawn="1">
            <p:custDataLst>
              <p:tags r:id="rId9"/>
            </p:custDataLst>
          </p:nvPr>
        </p:nvPicPr>
        <p:blipFill>
          <a:blip r:embed="rId3">
            <a:extLst>
              <a:ext uri="{96DAC541-7B7A-43D3-8B79-37D633B846F1}">
                <asvg:svgBlip xmlns:asvg="http://schemas.microsoft.com/office/drawing/2016/SVG/main" r:embed="rId4"/>
              </a:ext>
            </a:extLst>
          </a:blip>
          <a:stretch>
            <a:fillRect/>
          </a:stretch>
        </p:blipFill>
        <p:spPr>
          <a:xfrm>
            <a:off x="6096000" y="4625340"/>
            <a:ext cx="6096000" cy="2227580"/>
          </a:xfrm>
          <a:prstGeom prst="rect">
            <a:avLst/>
          </a:prstGeom>
        </p:spPr>
      </p:pic>
      <p:pic>
        <p:nvPicPr>
          <p:cNvPr id="3" name="图形 9"/>
          <p:cNvPicPr>
            <a:picLocks noChangeAspect="1"/>
          </p:cNvPicPr>
          <p:nvPr userDrawn="1">
            <p:custDataLst>
              <p:tags r:id="rId10"/>
            </p:custDataLst>
          </p:nvPr>
        </p:nvPicPr>
        <p:blipFill>
          <a:blip r:embed="rId11">
            <a:extLst>
              <a:ext uri="{96DAC541-7B7A-43D3-8B79-37D633B846F1}">
                <asvg:svgBlip xmlns:asvg="http://schemas.microsoft.com/office/drawing/2016/SVG/main" r:embed="rId12"/>
              </a:ext>
            </a:extLst>
          </a:blip>
          <a:stretch>
            <a:fillRect/>
          </a:stretch>
        </p:blipFill>
        <p:spPr>
          <a:xfrm>
            <a:off x="108585" y="99695"/>
            <a:ext cx="11974195" cy="6668770"/>
          </a:xfrm>
          <a:prstGeom prst="rect">
            <a:avLst/>
          </a:prstGeom>
        </p:spPr>
      </p:pic>
      <p:pic>
        <p:nvPicPr>
          <p:cNvPr id="43" name="图形 42"/>
          <p:cNvPicPr>
            <a:picLocks noChangeAspect="1"/>
          </p:cNvPicPr>
          <p:nvPr userDrawn="1">
            <p:custDataLst>
              <p:tags r:id="rId13"/>
            </p:custDataLst>
          </p:nvPr>
        </p:nvPicPr>
        <p:blipFill>
          <a:blip r:embed="rId14">
            <a:extLst>
              <a:ext uri="{96DAC541-7B7A-43D3-8B79-37D633B846F1}">
                <asvg:svgBlip xmlns:asvg="http://schemas.microsoft.com/office/drawing/2016/SVG/main" r:embed="rId15"/>
              </a:ext>
            </a:extLst>
          </a:blip>
          <a:stretch>
            <a:fillRect/>
          </a:stretch>
        </p:blipFill>
        <p:spPr>
          <a:xfrm>
            <a:off x="10677867" y="5806881"/>
            <a:ext cx="1009423" cy="858481"/>
          </a:xfrm>
          <a:prstGeom prst="rect">
            <a:avLst/>
          </a:prstGeom>
        </p:spPr>
      </p:pic>
      <p:pic>
        <p:nvPicPr>
          <p:cNvPr id="5" name="图形 1"/>
          <p:cNvPicPr>
            <a:picLocks noChangeAspect="1"/>
          </p:cNvPicPr>
          <p:nvPr userDrawn="1">
            <p:custDataLst>
              <p:tags r:id="rId16"/>
            </p:custDataLst>
          </p:nvPr>
        </p:nvPicPr>
        <p:blipFill>
          <a:blip r:embed="rId17">
            <a:extLst>
              <a:ext uri="{96DAC541-7B7A-43D3-8B79-37D633B846F1}">
                <asvg:svgBlip xmlns:asvg="http://schemas.microsoft.com/office/drawing/2016/SVG/main" r:embed="rId18"/>
              </a:ext>
            </a:extLst>
          </a:blip>
          <a:stretch>
            <a:fillRect/>
          </a:stretch>
        </p:blipFill>
        <p:spPr>
          <a:xfrm>
            <a:off x="715065" y="505567"/>
            <a:ext cx="4969556" cy="6159795"/>
          </a:xfrm>
          <a:prstGeom prst="rect">
            <a:avLst/>
          </a:prstGeom>
        </p:spPr>
      </p:pic>
      <p:sp>
        <p:nvSpPr>
          <p:cNvPr id="22" name="标题 1"/>
          <p:cNvSpPr>
            <a:spLocks noGrp="1"/>
          </p:cNvSpPr>
          <p:nvPr>
            <p:ph type="title" hasCustomPrompt="1"/>
            <p:custDataLst>
              <p:tags r:id="rId19"/>
            </p:custDataLst>
          </p:nvPr>
        </p:nvSpPr>
        <p:spPr>
          <a:xfrm>
            <a:off x="1323975" y="732790"/>
            <a:ext cx="1604010" cy="2117725"/>
          </a:xfrm>
        </p:spPr>
        <p:txBody>
          <a:bodyPr wrap="square" anchor="ctr" anchorCtr="0">
            <a:normAutofit/>
          </a:bodyPr>
          <a:lstStyle>
            <a:lvl1pPr algn="ctr">
              <a:defRPr kumimoji="0" lang="zh-CN" altLang="en-US" sz="6000" b="0" i="0" u="none" strike="noStrike" kern="1200" cap="none" spc="0" normalizeH="0" baseline="0" noProof="1" dirty="0">
                <a:solidFill>
                  <a:schemeClr val="tx1"/>
                </a:solidFill>
                <a:latin typeface="+mj-lt"/>
                <a:ea typeface="+mj-ea"/>
                <a:cs typeface="汉仪正圆 55简" panose="00020600040101010101" charset="-122"/>
              </a:defRPr>
            </a:lvl1pPr>
          </a:lstStyle>
          <a:p>
            <a:r>
              <a:rPr lang="zh-CN" altLang="en-US" dirty="0"/>
              <a:t>标题</a:t>
            </a:r>
            <a:endParaRPr lang="zh-CN" altLang="en-US" dirty="0"/>
          </a:p>
        </p:txBody>
      </p:sp>
      <p:sp>
        <p:nvSpPr>
          <p:cNvPr id="21" name="灯片编号占位符 5"/>
          <p:cNvSpPr>
            <a:spLocks noGrp="1"/>
          </p:cNvSpPr>
          <p:nvPr>
            <p:ph type="sldNum" sz="quarter" idx="12"/>
            <p:custDataLst>
              <p:tags r:id="rId20"/>
            </p:custDataLst>
          </p:nvPr>
        </p:nvSpPr>
        <p:spPr/>
        <p:txBody>
          <a:bodyPr wrap="square">
            <a:normAutofit/>
          </a:bodyPr>
          <a:lstStyle/>
          <a:p>
            <a:fld id="{BE5F26B5-172A-4DC2-B0B7-181CFC56B87C}" type="slidenum">
              <a:rPr lang="zh-CN" altLang="en-US" smtClean="0"/>
            </a:fld>
            <a:endParaRPr lang="zh-CN" altLang="en-US"/>
          </a:p>
        </p:txBody>
      </p:sp>
      <p:sp>
        <p:nvSpPr>
          <p:cNvPr id="20" name="页脚占位符 4"/>
          <p:cNvSpPr>
            <a:spLocks noGrp="1"/>
          </p:cNvSpPr>
          <p:nvPr>
            <p:ph type="ftr" sz="quarter" idx="11"/>
            <p:custDataLst>
              <p:tags r:id="rId21"/>
            </p:custDataLst>
          </p:nvPr>
        </p:nvSpPr>
        <p:spPr/>
        <p:txBody>
          <a:bodyPr/>
          <a:lstStyle/>
          <a:p>
            <a:endParaRPr lang="zh-CN" altLang="en-US"/>
          </a:p>
        </p:txBody>
      </p:sp>
      <p:sp>
        <p:nvSpPr>
          <p:cNvPr id="6" name="日期占位符 3"/>
          <p:cNvSpPr>
            <a:spLocks noGrp="1"/>
          </p:cNvSpPr>
          <p:nvPr>
            <p:ph type="dt" sz="half" idx="10"/>
            <p:custDataLst>
              <p:tags r:id="rId22"/>
            </p:custDataLst>
          </p:nvPr>
        </p:nvSpPr>
        <p:spPr/>
        <p:txBody>
          <a:bodyPr wrap="square">
            <a:normAutofit/>
          </a:bodyPr>
          <a:lstStyle/>
          <a:p>
            <a:fld id="{5592522B-0F24-4480-B9DD-A9474A6880D6}" type="datetimeFigureOut">
              <a:rPr lang="zh-CN" altLang="en-US" smtClean="0"/>
            </a:fld>
            <a:endParaRPr lang="zh-CN" altLang="en-US"/>
          </a:p>
        </p:txBody>
      </p:sp>
      <p:pic>
        <p:nvPicPr>
          <p:cNvPr id="2" name="图形 13"/>
          <p:cNvPicPr>
            <a:picLocks noChangeAspect="1"/>
          </p:cNvPicPr>
          <p:nvPr userDrawn="1">
            <p:custDataLst>
              <p:tags r:id="rId23"/>
            </p:custDataLst>
          </p:nvPr>
        </p:nvPicPr>
        <p:blipFill>
          <a:blip r:embed="rId24">
            <a:extLst>
              <a:ext uri="{96DAC541-7B7A-43D3-8B79-37D633B846F1}">
                <asvg:svgBlip xmlns:asvg="http://schemas.microsoft.com/office/drawing/2016/SVG/main" r:embed="rId25"/>
              </a:ext>
            </a:extLst>
          </a:blip>
          <a:stretch>
            <a:fillRect/>
          </a:stretch>
        </p:blipFill>
        <p:spPr>
          <a:xfrm>
            <a:off x="4136359" y="4365019"/>
            <a:ext cx="1277498" cy="236968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showMasterSp="0">
  <p:cSld name="节标题">
    <p:spTree>
      <p:nvGrpSpPr>
        <p:cNvPr id="1" name=""/>
        <p:cNvGrpSpPr/>
        <p:nvPr/>
      </p:nvGrpSpPr>
      <p:grpSpPr>
        <a:xfrm>
          <a:off x="0" y="0"/>
          <a:ext cx="0" cy="0"/>
          <a:chOff x="0" y="0"/>
          <a:chExt cx="0" cy="0"/>
        </a:xfrm>
      </p:grpSpPr>
      <p:pic>
        <p:nvPicPr>
          <p:cNvPr id="17" name="图形 16"/>
          <p:cNvPicPr>
            <a:picLocks noChangeAspect="1"/>
          </p:cNvPicPr>
          <p:nvPr userDrawn="1">
            <p:custDataLst>
              <p:tags r:id="rId2"/>
            </p:custDataLst>
          </p:nvPr>
        </p:nvPicPr>
        <p:blipFill>
          <a:blip r:embed="rId3">
            <a:extLst>
              <a:ext uri="{96DAC541-7B7A-43D3-8B79-37D633B846F1}">
                <asvg:svgBlip xmlns:asvg="http://schemas.microsoft.com/office/drawing/2016/SVG/main" r:embed="rId4"/>
              </a:ext>
            </a:extLst>
          </a:blip>
          <a:stretch>
            <a:fillRect/>
          </a:stretch>
        </p:blipFill>
        <p:spPr>
          <a:xfrm>
            <a:off x="6096000" y="2308225"/>
            <a:ext cx="6096000" cy="2227580"/>
          </a:xfrm>
          <a:prstGeom prst="rect">
            <a:avLst/>
          </a:prstGeom>
        </p:spPr>
      </p:pic>
      <p:pic>
        <p:nvPicPr>
          <p:cNvPr id="15" name="图形 14"/>
          <p:cNvPicPr>
            <a:picLocks noChangeAspect="1"/>
          </p:cNvPicPr>
          <p:nvPr userDrawn="1">
            <p:custDataLst>
              <p:tags r:id="rId5"/>
            </p:custDataLst>
          </p:nvPr>
        </p:nvPicPr>
        <p:blipFill>
          <a:blip r:embed="rId3">
            <a:extLst>
              <a:ext uri="{96DAC541-7B7A-43D3-8B79-37D633B846F1}">
                <asvg:svgBlip xmlns:asvg="http://schemas.microsoft.com/office/drawing/2016/SVG/main" r:embed="rId4"/>
              </a:ext>
            </a:extLst>
          </a:blip>
          <a:stretch>
            <a:fillRect/>
          </a:stretch>
        </p:blipFill>
        <p:spPr>
          <a:xfrm>
            <a:off x="6096000" y="4630420"/>
            <a:ext cx="6096000" cy="2227580"/>
          </a:xfrm>
          <a:prstGeom prst="rect">
            <a:avLst/>
          </a:prstGeom>
        </p:spPr>
      </p:pic>
      <p:pic>
        <p:nvPicPr>
          <p:cNvPr id="18" name="图形 17"/>
          <p:cNvPicPr>
            <a:picLocks noChangeAspect="1"/>
          </p:cNvPicPr>
          <p:nvPr userDrawn="1">
            <p:custDataLst>
              <p:tags r:id="rId6"/>
            </p:custDataLst>
          </p:nvPr>
        </p:nvPicPr>
        <p:blipFill>
          <a:blip r:embed="rId3">
            <a:extLst>
              <a:ext uri="{96DAC541-7B7A-43D3-8B79-37D633B846F1}">
                <asvg:svgBlip xmlns:asvg="http://schemas.microsoft.com/office/drawing/2016/SVG/main" r:embed="rId4"/>
              </a:ext>
            </a:extLst>
          </a:blip>
          <a:stretch>
            <a:fillRect/>
          </a:stretch>
        </p:blipFill>
        <p:spPr>
          <a:xfrm>
            <a:off x="0" y="0"/>
            <a:ext cx="6096000" cy="2227580"/>
          </a:xfrm>
          <a:prstGeom prst="rect">
            <a:avLst/>
          </a:prstGeom>
        </p:spPr>
      </p:pic>
      <p:pic>
        <p:nvPicPr>
          <p:cNvPr id="19" name="图形 18"/>
          <p:cNvPicPr>
            <a:picLocks noChangeAspect="1"/>
          </p:cNvPicPr>
          <p:nvPr userDrawn="1">
            <p:custDataLst>
              <p:tags r:id="rId7"/>
            </p:custDataLst>
          </p:nvPr>
        </p:nvPicPr>
        <p:blipFill>
          <a:blip r:embed="rId3">
            <a:extLst>
              <a:ext uri="{96DAC541-7B7A-43D3-8B79-37D633B846F1}">
                <asvg:svgBlip xmlns:asvg="http://schemas.microsoft.com/office/drawing/2016/SVG/main" r:embed="rId4"/>
              </a:ext>
            </a:extLst>
          </a:blip>
          <a:stretch>
            <a:fillRect/>
          </a:stretch>
        </p:blipFill>
        <p:spPr>
          <a:xfrm>
            <a:off x="6096000" y="0"/>
            <a:ext cx="6096000" cy="2227580"/>
          </a:xfrm>
          <a:prstGeom prst="rect">
            <a:avLst/>
          </a:prstGeom>
        </p:spPr>
      </p:pic>
      <p:pic>
        <p:nvPicPr>
          <p:cNvPr id="16" name="图形 15"/>
          <p:cNvPicPr>
            <a:picLocks noChangeAspect="1"/>
          </p:cNvPicPr>
          <p:nvPr userDrawn="1">
            <p:custDataLst>
              <p:tags r:id="rId8"/>
            </p:custDataLst>
          </p:nvPr>
        </p:nvPicPr>
        <p:blipFill>
          <a:blip r:embed="rId3">
            <a:extLst>
              <a:ext uri="{96DAC541-7B7A-43D3-8B79-37D633B846F1}">
                <asvg:svgBlip xmlns:asvg="http://schemas.microsoft.com/office/drawing/2016/SVG/main" r:embed="rId4"/>
              </a:ext>
            </a:extLst>
          </a:blip>
          <a:stretch>
            <a:fillRect/>
          </a:stretch>
        </p:blipFill>
        <p:spPr>
          <a:xfrm>
            <a:off x="0" y="2308225"/>
            <a:ext cx="6096000" cy="2227580"/>
          </a:xfrm>
          <a:prstGeom prst="rect">
            <a:avLst/>
          </a:prstGeom>
        </p:spPr>
      </p:pic>
      <p:pic>
        <p:nvPicPr>
          <p:cNvPr id="14" name="图形 13"/>
          <p:cNvPicPr>
            <a:picLocks noChangeAspect="1"/>
          </p:cNvPicPr>
          <p:nvPr userDrawn="1">
            <p:custDataLst>
              <p:tags r:id="rId9"/>
            </p:custDataLst>
          </p:nvPr>
        </p:nvPicPr>
        <p:blipFill>
          <a:blip r:embed="rId3">
            <a:extLst>
              <a:ext uri="{96DAC541-7B7A-43D3-8B79-37D633B846F1}">
                <asvg:svgBlip xmlns:asvg="http://schemas.microsoft.com/office/drawing/2016/SVG/main" r:embed="rId4"/>
              </a:ext>
            </a:extLst>
          </a:blip>
          <a:stretch>
            <a:fillRect/>
          </a:stretch>
        </p:blipFill>
        <p:spPr>
          <a:xfrm>
            <a:off x="0" y="4630420"/>
            <a:ext cx="6096000" cy="2227580"/>
          </a:xfrm>
          <a:prstGeom prst="rect">
            <a:avLst/>
          </a:prstGeom>
        </p:spPr>
      </p:pic>
      <p:pic>
        <p:nvPicPr>
          <p:cNvPr id="26" name="图形 28"/>
          <p:cNvPicPr>
            <a:picLocks noChangeAspect="1"/>
          </p:cNvPicPr>
          <p:nvPr userDrawn="1">
            <p:custDataLst>
              <p:tags r:id="rId10"/>
            </p:custDataLst>
          </p:nvPr>
        </p:nvPicPr>
        <p:blipFill>
          <a:blip r:embed="rId11">
            <a:extLst>
              <a:ext uri="{96DAC541-7B7A-43D3-8B79-37D633B846F1}">
                <asvg:svgBlip xmlns:asvg="http://schemas.microsoft.com/office/drawing/2016/SVG/main" r:embed="rId12"/>
              </a:ext>
            </a:extLst>
          </a:blip>
          <a:stretch>
            <a:fillRect/>
          </a:stretch>
        </p:blipFill>
        <p:spPr>
          <a:xfrm>
            <a:off x="108857" y="94506"/>
            <a:ext cx="11974287" cy="6668989"/>
          </a:xfrm>
          <a:prstGeom prst="rect">
            <a:avLst/>
          </a:prstGeom>
        </p:spPr>
      </p:pic>
      <p:pic>
        <p:nvPicPr>
          <p:cNvPr id="39" name="图形 38"/>
          <p:cNvPicPr>
            <a:picLocks noChangeAspect="1"/>
          </p:cNvPicPr>
          <p:nvPr userDrawn="1">
            <p:custDataLst>
              <p:tags r:id="rId13"/>
            </p:custDataLst>
          </p:nvPr>
        </p:nvPicPr>
        <p:blipFill>
          <a:blip r:embed="rId14">
            <a:extLst>
              <a:ext uri="{96DAC541-7B7A-43D3-8B79-37D633B846F1}">
                <asvg:svgBlip xmlns:asvg="http://schemas.microsoft.com/office/drawing/2016/SVG/main" r:embed="rId15"/>
              </a:ext>
            </a:extLst>
          </a:blip>
          <a:stretch>
            <a:fillRect/>
          </a:stretch>
        </p:blipFill>
        <p:spPr>
          <a:xfrm>
            <a:off x="555967" y="5764246"/>
            <a:ext cx="1009423" cy="858481"/>
          </a:xfrm>
          <a:prstGeom prst="rect">
            <a:avLst/>
          </a:prstGeom>
        </p:spPr>
      </p:pic>
      <p:pic>
        <p:nvPicPr>
          <p:cNvPr id="20" name="图形 14"/>
          <p:cNvPicPr>
            <a:picLocks noChangeAspect="1"/>
          </p:cNvPicPr>
          <p:nvPr userDrawn="1">
            <p:custDataLst>
              <p:tags r:id="rId16"/>
            </p:custDataLst>
          </p:nvPr>
        </p:nvPicPr>
        <p:blipFill>
          <a:blip r:embed="rId17">
            <a:extLst>
              <a:ext uri="{96DAC541-7B7A-43D3-8B79-37D633B846F1}">
                <asvg:svgBlip xmlns:asvg="http://schemas.microsoft.com/office/drawing/2016/SVG/main" r:embed="rId18"/>
              </a:ext>
            </a:extLst>
          </a:blip>
          <a:stretch>
            <a:fillRect/>
          </a:stretch>
        </p:blipFill>
        <p:spPr>
          <a:xfrm>
            <a:off x="7124700" y="1902460"/>
            <a:ext cx="4688205" cy="4091940"/>
          </a:xfrm>
          <a:prstGeom prst="rect">
            <a:avLst/>
          </a:prstGeom>
        </p:spPr>
      </p:pic>
      <p:pic>
        <p:nvPicPr>
          <p:cNvPr id="22" name="图形 19"/>
          <p:cNvPicPr>
            <a:picLocks noChangeAspect="1"/>
          </p:cNvPicPr>
          <p:nvPr userDrawn="1">
            <p:custDataLst>
              <p:tags r:id="rId19"/>
            </p:custDataLst>
          </p:nvPr>
        </p:nvPicPr>
        <p:blipFill>
          <a:blip r:embed="rId20">
            <a:extLst>
              <a:ext uri="{96DAC541-7B7A-43D3-8B79-37D633B846F1}">
                <asvg:svgBlip xmlns:asvg="http://schemas.microsoft.com/office/drawing/2016/SVG/main" r:embed="rId21"/>
              </a:ext>
            </a:extLst>
          </a:blip>
          <a:stretch>
            <a:fillRect/>
          </a:stretch>
        </p:blipFill>
        <p:spPr>
          <a:xfrm flipH="1">
            <a:off x="10196195" y="942975"/>
            <a:ext cx="952500" cy="575310"/>
          </a:xfrm>
          <a:prstGeom prst="rect">
            <a:avLst/>
          </a:prstGeom>
        </p:spPr>
      </p:pic>
      <p:pic>
        <p:nvPicPr>
          <p:cNvPr id="3" name="图形 45"/>
          <p:cNvPicPr>
            <a:picLocks noChangeAspect="1"/>
          </p:cNvPicPr>
          <p:nvPr userDrawn="1">
            <p:custDataLst>
              <p:tags r:id="rId22"/>
            </p:custDataLst>
          </p:nvPr>
        </p:nvPicPr>
        <p:blipFill>
          <a:blip r:embed="rId23">
            <a:extLst>
              <a:ext uri="{96DAC541-7B7A-43D3-8B79-37D633B846F1}">
                <asvg:svgBlip xmlns:asvg="http://schemas.microsoft.com/office/drawing/2016/SVG/main" r:embed="rId24"/>
              </a:ext>
            </a:extLst>
          </a:blip>
          <a:stretch>
            <a:fillRect/>
          </a:stretch>
        </p:blipFill>
        <p:spPr>
          <a:xfrm rot="19974736" flipH="1">
            <a:off x="6915522" y="1414841"/>
            <a:ext cx="954235" cy="1052149"/>
          </a:xfrm>
          <a:prstGeom prst="rect">
            <a:avLst/>
          </a:prstGeom>
        </p:spPr>
      </p:pic>
      <p:sp>
        <p:nvSpPr>
          <p:cNvPr id="4" name="标题 3"/>
          <p:cNvSpPr>
            <a:spLocks noGrp="1"/>
          </p:cNvSpPr>
          <p:nvPr>
            <p:ph type="title" hasCustomPrompt="1"/>
            <p:custDataLst>
              <p:tags r:id="rId25"/>
            </p:custDataLst>
          </p:nvPr>
        </p:nvSpPr>
        <p:spPr>
          <a:xfrm>
            <a:off x="1175385" y="3062605"/>
            <a:ext cx="5822950" cy="1016000"/>
          </a:xfrm>
        </p:spPr>
        <p:txBody>
          <a:bodyPr lIns="0" tIns="0" rIns="0" bIns="0" anchor="ctr" anchorCtr="0">
            <a:normAutofit/>
          </a:bodyPr>
          <a:lstStyle>
            <a:lvl1pPr>
              <a:defRPr sz="6000" b="1">
                <a:solidFill>
                  <a:schemeClr val="tx1">
                    <a:lumMod val="85000"/>
                    <a:lumOff val="15000"/>
                  </a:schemeClr>
                </a:solidFill>
              </a:defRPr>
            </a:lvl1pPr>
          </a:lstStyle>
          <a:p>
            <a:r>
              <a:rPr lang="zh-CN" altLang="en-US" dirty="0"/>
              <a:t>编辑标题</a:t>
            </a:r>
            <a:endParaRPr lang="zh-CN" altLang="en-US" dirty="0"/>
          </a:p>
        </p:txBody>
      </p:sp>
      <p:sp>
        <p:nvSpPr>
          <p:cNvPr id="6" name="副标题 5"/>
          <p:cNvSpPr>
            <a:spLocks noGrp="1"/>
          </p:cNvSpPr>
          <p:nvPr>
            <p:ph type="subTitle" idx="1" hasCustomPrompt="1"/>
            <p:custDataLst>
              <p:tags r:id="rId26"/>
            </p:custDataLst>
          </p:nvPr>
        </p:nvSpPr>
        <p:spPr>
          <a:xfrm>
            <a:off x="1175385" y="4177665"/>
            <a:ext cx="5822950" cy="452755"/>
          </a:xfrm>
        </p:spPr>
        <p:txBody>
          <a:bodyPr wrap="square">
            <a:normAutofit/>
          </a:bodyPr>
          <a:lstStyle>
            <a:lvl1pPr marL="0" indent="0" algn="l">
              <a:lnSpc>
                <a:spcPct val="100000"/>
              </a:lnSpc>
              <a:buNone/>
              <a:defRPr sz="2000">
                <a:solidFill>
                  <a:schemeClr val="tx1">
                    <a:lumMod val="85000"/>
                    <a:lumOff val="1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5" name="文本占位符 4"/>
          <p:cNvSpPr>
            <a:spLocks noGrp="1"/>
          </p:cNvSpPr>
          <p:nvPr>
            <p:ph type="body" idx="13" hasCustomPrompt="1"/>
            <p:custDataLst>
              <p:tags r:id="rId27"/>
            </p:custDataLst>
          </p:nvPr>
        </p:nvSpPr>
        <p:spPr>
          <a:xfrm>
            <a:off x="1175385" y="1630045"/>
            <a:ext cx="5822950" cy="1341120"/>
          </a:xfrm>
        </p:spPr>
        <p:txBody>
          <a:bodyPr wrap="none" anchor="b" anchorCtr="0"/>
          <a:lstStyle>
            <a:lvl1pPr marL="0" indent="0" algn="l">
              <a:buNone/>
              <a:defRPr sz="6000" b="1">
                <a:solidFill>
                  <a:schemeClr val="tx1">
                    <a:lumMod val="85000"/>
                    <a:lumOff val="15000"/>
                  </a:schemeClr>
                </a:solidFill>
              </a:defRPr>
            </a:lvl1pPr>
          </a:lstStyle>
          <a:p>
            <a:pPr lvl="0"/>
            <a:r>
              <a:rPr lang="zh-CN" altLang="en-US"/>
              <a:t>节编号</a:t>
            </a:r>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3" name="内容占位符 2"/>
          <p:cNvSpPr>
            <a:spLocks noGrp="1"/>
          </p:cNvSpPr>
          <p:nvPr>
            <p:ph sz="half" idx="1"/>
            <p:custDataLst>
              <p:tags r:id="rId2"/>
            </p:custDataLst>
          </p:nvPr>
        </p:nvSpPr>
        <p:spPr>
          <a:xfrm>
            <a:off x="695960" y="1301750"/>
            <a:ext cx="5323840" cy="487585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custDataLst>
              <p:tags r:id="rId3"/>
            </p:custDataLst>
          </p:nvPr>
        </p:nvSpPr>
        <p:spPr>
          <a:xfrm>
            <a:off x="6172200" y="1301750"/>
            <a:ext cx="5323840" cy="487585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
        <p:nvSpPr>
          <p:cNvPr id="8" name="标题 1"/>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3" name="文本占位符 2"/>
          <p:cNvSpPr>
            <a:spLocks noGrp="1"/>
          </p:cNvSpPr>
          <p:nvPr>
            <p:ph type="body" idx="1"/>
            <p:custDataLst>
              <p:tags r:id="rId2"/>
            </p:custDataLst>
          </p:nvPr>
        </p:nvSpPr>
        <p:spPr>
          <a:xfrm>
            <a:off x="695960" y="1301750"/>
            <a:ext cx="5323840" cy="411303"/>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endParaRPr lang="zh-CN" altLang="en-US"/>
          </a:p>
        </p:txBody>
      </p:sp>
      <p:sp>
        <p:nvSpPr>
          <p:cNvPr id="4" name="内容占位符 3"/>
          <p:cNvSpPr>
            <a:spLocks noGrp="1"/>
          </p:cNvSpPr>
          <p:nvPr>
            <p:ph sz="half" idx="2"/>
            <p:custDataLst>
              <p:tags r:id="rId3"/>
            </p:custDataLst>
          </p:nvPr>
        </p:nvSpPr>
        <p:spPr>
          <a:xfrm>
            <a:off x="695960" y="1875099"/>
            <a:ext cx="5323840" cy="4300276"/>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custDataLst>
              <p:tags r:id="rId4"/>
            </p:custDataLst>
          </p:nvPr>
        </p:nvSpPr>
        <p:spPr>
          <a:xfrm>
            <a:off x="6172200" y="1301750"/>
            <a:ext cx="5323840" cy="411303"/>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endParaRPr lang="zh-CN" altLang="en-US"/>
          </a:p>
        </p:txBody>
      </p:sp>
      <p:sp>
        <p:nvSpPr>
          <p:cNvPr id="6" name="内容占位符 5"/>
          <p:cNvSpPr>
            <a:spLocks noGrp="1"/>
          </p:cNvSpPr>
          <p:nvPr>
            <p:ph sz="quarter" idx="4"/>
            <p:custDataLst>
              <p:tags r:id="rId5"/>
            </p:custDataLst>
          </p:nvPr>
        </p:nvSpPr>
        <p:spPr>
          <a:xfrm>
            <a:off x="6172200" y="1875099"/>
            <a:ext cx="5323840" cy="4300276"/>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a:p>
        </p:txBody>
      </p:sp>
      <p:sp>
        <p:nvSpPr>
          <p:cNvPr id="10" name="标题 1"/>
          <p:cNvSpPr>
            <a:spLocks noGrp="1"/>
          </p:cNvSpPr>
          <p:nvPr>
            <p:ph type="title"/>
            <p:custDataLst>
              <p:tags r:id="rId9"/>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6" name="标题 1"/>
          <p:cNvSpPr>
            <a:spLocks noGrp="1"/>
          </p:cNvSpPr>
          <p:nvPr>
            <p:ph type="title"/>
            <p:custDataLst>
              <p:tags r:id="rId5"/>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仅内容">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a:xfrm>
            <a:off x="695960" y="360045"/>
            <a:ext cx="10801985" cy="581787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标题和副标题">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6" name="Text Placeholder 5"/>
          <p:cNvSpPr>
            <a:spLocks noGrp="1"/>
          </p:cNvSpPr>
          <p:nvPr>
            <p:ph type="body" idx="13" hasCustomPrompt="1"/>
            <p:custDataLst>
              <p:tags r:id="rId5"/>
            </p:custDataLst>
          </p:nvPr>
        </p:nvSpPr>
        <p:spPr>
          <a:xfrm>
            <a:off x="695960" y="1301750"/>
            <a:ext cx="10799088" cy="405553"/>
          </a:xfrm>
        </p:spPr>
        <p:txBody>
          <a:bodyPr/>
          <a:lstStyle>
            <a:lvl5pPr>
              <a:buNone/>
              <a:defRPr/>
            </a:lvl5pPr>
          </a:lstStyle>
          <a:p>
            <a:pPr lvl="0"/>
            <a:r>
              <a:rPr lang="zh-CN" altLang="en-US"/>
              <a:t>单击此处编辑副标题</a:t>
            </a:r>
            <a:endParaRPr lang="zh-CN" altLang="en-US"/>
          </a:p>
        </p:txBody>
      </p:sp>
      <p:sp>
        <p:nvSpPr>
          <p:cNvPr id="7" name="标题 1"/>
          <p:cNvSpPr>
            <a:spLocks noGrp="1"/>
          </p:cNvSpPr>
          <p:nvPr>
            <p:ph type="title"/>
            <p:custDataLst>
              <p:tags r:id="rId6"/>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showMasterSp="0" userDrawn="1">
  <p:cSld name="末尾幻灯片">
    <p:spTree>
      <p:nvGrpSpPr>
        <p:cNvPr id="1" name=""/>
        <p:cNvGrpSpPr/>
        <p:nvPr/>
      </p:nvGrpSpPr>
      <p:grpSpPr>
        <a:xfrm>
          <a:off x="0" y="0"/>
          <a:ext cx="0" cy="0"/>
          <a:chOff x="0" y="0"/>
          <a:chExt cx="0" cy="0"/>
        </a:xfrm>
      </p:grpSpPr>
      <p:pic>
        <p:nvPicPr>
          <p:cNvPr id="22" name="图形 17"/>
          <p:cNvPicPr>
            <a:picLocks noChangeAspect="1"/>
          </p:cNvPicPr>
          <p:nvPr userDrawn="1">
            <p:custDataLst>
              <p:tags r:id="rId2"/>
            </p:custDataLst>
          </p:nvPr>
        </p:nvPicPr>
        <p:blipFill>
          <a:blip r:embed="rId3">
            <a:extLst>
              <a:ext uri="{96DAC541-7B7A-43D3-8B79-37D633B846F1}">
                <asvg:svgBlip xmlns:asvg="http://schemas.microsoft.com/office/drawing/2016/SVG/main" r:embed="rId4"/>
              </a:ext>
            </a:extLst>
          </a:blip>
          <a:stretch>
            <a:fillRect/>
          </a:stretch>
        </p:blipFill>
        <p:spPr>
          <a:xfrm>
            <a:off x="0" y="0"/>
            <a:ext cx="6096000" cy="2227580"/>
          </a:xfrm>
          <a:prstGeom prst="rect">
            <a:avLst/>
          </a:prstGeom>
        </p:spPr>
      </p:pic>
      <p:pic>
        <p:nvPicPr>
          <p:cNvPr id="23" name="图形 18"/>
          <p:cNvPicPr>
            <a:picLocks noChangeAspect="1"/>
          </p:cNvPicPr>
          <p:nvPr userDrawn="1">
            <p:custDataLst>
              <p:tags r:id="rId5"/>
            </p:custDataLst>
          </p:nvPr>
        </p:nvPicPr>
        <p:blipFill>
          <a:blip r:embed="rId3">
            <a:extLst>
              <a:ext uri="{96DAC541-7B7A-43D3-8B79-37D633B846F1}">
                <asvg:svgBlip xmlns:asvg="http://schemas.microsoft.com/office/drawing/2016/SVG/main" r:embed="rId4"/>
              </a:ext>
            </a:extLst>
          </a:blip>
          <a:stretch>
            <a:fillRect/>
          </a:stretch>
        </p:blipFill>
        <p:spPr>
          <a:xfrm>
            <a:off x="6096000" y="0"/>
            <a:ext cx="6096000" cy="2227580"/>
          </a:xfrm>
          <a:prstGeom prst="rect">
            <a:avLst/>
          </a:prstGeom>
        </p:spPr>
      </p:pic>
      <p:pic>
        <p:nvPicPr>
          <p:cNvPr id="25" name="图形 15"/>
          <p:cNvPicPr>
            <a:picLocks noChangeAspect="1"/>
          </p:cNvPicPr>
          <p:nvPr userDrawn="1">
            <p:custDataLst>
              <p:tags r:id="rId6"/>
            </p:custDataLst>
          </p:nvPr>
        </p:nvPicPr>
        <p:blipFill>
          <a:blip r:embed="rId3">
            <a:extLst>
              <a:ext uri="{96DAC541-7B7A-43D3-8B79-37D633B846F1}">
                <asvg:svgBlip xmlns:asvg="http://schemas.microsoft.com/office/drawing/2016/SVG/main" r:embed="rId4"/>
              </a:ext>
            </a:extLst>
          </a:blip>
          <a:stretch>
            <a:fillRect/>
          </a:stretch>
        </p:blipFill>
        <p:spPr>
          <a:xfrm>
            <a:off x="0" y="2308225"/>
            <a:ext cx="6096000" cy="2227580"/>
          </a:xfrm>
          <a:prstGeom prst="rect">
            <a:avLst/>
          </a:prstGeom>
        </p:spPr>
      </p:pic>
      <p:pic>
        <p:nvPicPr>
          <p:cNvPr id="26" name="图形 16"/>
          <p:cNvPicPr>
            <a:picLocks noChangeAspect="1"/>
          </p:cNvPicPr>
          <p:nvPr userDrawn="1">
            <p:custDataLst>
              <p:tags r:id="rId7"/>
            </p:custDataLst>
          </p:nvPr>
        </p:nvPicPr>
        <p:blipFill>
          <a:blip r:embed="rId3">
            <a:extLst>
              <a:ext uri="{96DAC541-7B7A-43D3-8B79-37D633B846F1}">
                <asvg:svgBlip xmlns:asvg="http://schemas.microsoft.com/office/drawing/2016/SVG/main" r:embed="rId4"/>
              </a:ext>
            </a:extLst>
          </a:blip>
          <a:stretch>
            <a:fillRect/>
          </a:stretch>
        </p:blipFill>
        <p:spPr>
          <a:xfrm>
            <a:off x="6096000" y="2308225"/>
            <a:ext cx="6096000" cy="2227580"/>
          </a:xfrm>
          <a:prstGeom prst="rect">
            <a:avLst/>
          </a:prstGeom>
        </p:spPr>
      </p:pic>
      <p:pic>
        <p:nvPicPr>
          <p:cNvPr id="30" name="图形 13"/>
          <p:cNvPicPr>
            <a:picLocks noChangeAspect="1"/>
          </p:cNvPicPr>
          <p:nvPr userDrawn="1">
            <p:custDataLst>
              <p:tags r:id="rId8"/>
            </p:custDataLst>
          </p:nvPr>
        </p:nvPicPr>
        <p:blipFill>
          <a:blip r:embed="rId3">
            <a:extLst>
              <a:ext uri="{96DAC541-7B7A-43D3-8B79-37D633B846F1}">
                <asvg:svgBlip xmlns:asvg="http://schemas.microsoft.com/office/drawing/2016/SVG/main" r:embed="rId4"/>
              </a:ext>
            </a:extLst>
          </a:blip>
          <a:stretch>
            <a:fillRect/>
          </a:stretch>
        </p:blipFill>
        <p:spPr>
          <a:xfrm>
            <a:off x="0" y="4630420"/>
            <a:ext cx="6096000" cy="2227580"/>
          </a:xfrm>
          <a:prstGeom prst="rect">
            <a:avLst/>
          </a:prstGeom>
        </p:spPr>
      </p:pic>
      <p:pic>
        <p:nvPicPr>
          <p:cNvPr id="31" name="图形 14"/>
          <p:cNvPicPr>
            <a:picLocks noChangeAspect="1"/>
          </p:cNvPicPr>
          <p:nvPr userDrawn="1">
            <p:custDataLst>
              <p:tags r:id="rId9"/>
            </p:custDataLst>
          </p:nvPr>
        </p:nvPicPr>
        <p:blipFill>
          <a:blip r:embed="rId3">
            <a:extLst>
              <a:ext uri="{96DAC541-7B7A-43D3-8B79-37D633B846F1}">
                <asvg:svgBlip xmlns:asvg="http://schemas.microsoft.com/office/drawing/2016/SVG/main" r:embed="rId4"/>
              </a:ext>
            </a:extLst>
          </a:blip>
          <a:stretch>
            <a:fillRect/>
          </a:stretch>
        </p:blipFill>
        <p:spPr>
          <a:xfrm>
            <a:off x="6096000" y="4630420"/>
            <a:ext cx="6096000" cy="2227580"/>
          </a:xfrm>
          <a:prstGeom prst="rect">
            <a:avLst/>
          </a:prstGeom>
        </p:spPr>
      </p:pic>
      <p:pic>
        <p:nvPicPr>
          <p:cNvPr id="32" name="图形 9"/>
          <p:cNvPicPr>
            <a:picLocks noChangeAspect="1"/>
          </p:cNvPicPr>
          <p:nvPr userDrawn="1">
            <p:custDataLst>
              <p:tags r:id="rId10"/>
            </p:custDataLst>
          </p:nvPr>
        </p:nvPicPr>
        <p:blipFill>
          <a:blip r:embed="rId11">
            <a:extLst>
              <a:ext uri="{96DAC541-7B7A-43D3-8B79-37D633B846F1}">
                <asvg:svgBlip xmlns:asvg="http://schemas.microsoft.com/office/drawing/2016/SVG/main" r:embed="rId12"/>
              </a:ext>
            </a:extLst>
          </a:blip>
          <a:stretch>
            <a:fillRect/>
          </a:stretch>
        </p:blipFill>
        <p:spPr>
          <a:xfrm>
            <a:off x="108585" y="99695"/>
            <a:ext cx="11974195" cy="6668770"/>
          </a:xfrm>
          <a:prstGeom prst="rect">
            <a:avLst/>
          </a:prstGeom>
        </p:spPr>
      </p:pic>
      <p:pic>
        <p:nvPicPr>
          <p:cNvPr id="34" name="图形 38"/>
          <p:cNvPicPr>
            <a:picLocks noChangeAspect="1"/>
          </p:cNvPicPr>
          <p:nvPr userDrawn="1">
            <p:custDataLst>
              <p:tags r:id="rId13"/>
            </p:custDataLst>
          </p:nvPr>
        </p:nvPicPr>
        <p:blipFill>
          <a:blip r:embed="rId3">
            <a:extLst>
              <a:ext uri="{96DAC541-7B7A-43D3-8B79-37D633B846F1}">
                <asvg:svgBlip xmlns:asvg="http://schemas.microsoft.com/office/drawing/2016/SVG/main" r:embed="rId4"/>
              </a:ext>
            </a:extLst>
          </a:blip>
          <a:stretch>
            <a:fillRect/>
          </a:stretch>
        </p:blipFill>
        <p:spPr>
          <a:xfrm>
            <a:off x="0" y="6985"/>
            <a:ext cx="6096000" cy="2227580"/>
          </a:xfrm>
          <a:prstGeom prst="rect">
            <a:avLst/>
          </a:prstGeom>
        </p:spPr>
      </p:pic>
      <p:pic>
        <p:nvPicPr>
          <p:cNvPr id="41" name="图形 39"/>
          <p:cNvPicPr>
            <a:picLocks noChangeAspect="1"/>
          </p:cNvPicPr>
          <p:nvPr userDrawn="1">
            <p:custDataLst>
              <p:tags r:id="rId14"/>
            </p:custDataLst>
          </p:nvPr>
        </p:nvPicPr>
        <p:blipFill>
          <a:blip r:embed="rId3">
            <a:extLst>
              <a:ext uri="{96DAC541-7B7A-43D3-8B79-37D633B846F1}">
                <asvg:svgBlip xmlns:asvg="http://schemas.microsoft.com/office/drawing/2016/SVG/main" r:embed="rId4"/>
              </a:ext>
            </a:extLst>
          </a:blip>
          <a:stretch>
            <a:fillRect/>
          </a:stretch>
        </p:blipFill>
        <p:spPr>
          <a:xfrm>
            <a:off x="6096000" y="6985"/>
            <a:ext cx="6096000" cy="2227580"/>
          </a:xfrm>
          <a:prstGeom prst="rect">
            <a:avLst/>
          </a:prstGeom>
        </p:spPr>
      </p:pic>
      <p:pic>
        <p:nvPicPr>
          <p:cNvPr id="44" name="图形 36"/>
          <p:cNvPicPr>
            <a:picLocks noChangeAspect="1"/>
          </p:cNvPicPr>
          <p:nvPr userDrawn="1">
            <p:custDataLst>
              <p:tags r:id="rId15"/>
            </p:custDataLst>
          </p:nvPr>
        </p:nvPicPr>
        <p:blipFill>
          <a:blip r:embed="rId3">
            <a:extLst>
              <a:ext uri="{96DAC541-7B7A-43D3-8B79-37D633B846F1}">
                <asvg:svgBlip xmlns:asvg="http://schemas.microsoft.com/office/drawing/2016/SVG/main" r:embed="rId4"/>
              </a:ext>
            </a:extLst>
          </a:blip>
          <a:stretch>
            <a:fillRect/>
          </a:stretch>
        </p:blipFill>
        <p:spPr>
          <a:xfrm>
            <a:off x="0" y="2315845"/>
            <a:ext cx="6096000" cy="2227580"/>
          </a:xfrm>
          <a:prstGeom prst="rect">
            <a:avLst/>
          </a:prstGeom>
        </p:spPr>
      </p:pic>
      <p:pic>
        <p:nvPicPr>
          <p:cNvPr id="45" name="图形 37"/>
          <p:cNvPicPr>
            <a:picLocks noChangeAspect="1"/>
          </p:cNvPicPr>
          <p:nvPr userDrawn="1">
            <p:custDataLst>
              <p:tags r:id="rId16"/>
            </p:custDataLst>
          </p:nvPr>
        </p:nvPicPr>
        <p:blipFill>
          <a:blip r:embed="rId3">
            <a:extLst>
              <a:ext uri="{96DAC541-7B7A-43D3-8B79-37D633B846F1}">
                <asvg:svgBlip xmlns:asvg="http://schemas.microsoft.com/office/drawing/2016/SVG/main" r:embed="rId4"/>
              </a:ext>
            </a:extLst>
          </a:blip>
          <a:stretch>
            <a:fillRect/>
          </a:stretch>
        </p:blipFill>
        <p:spPr>
          <a:xfrm>
            <a:off x="6096000" y="2315845"/>
            <a:ext cx="6096000" cy="2227580"/>
          </a:xfrm>
          <a:prstGeom prst="rect">
            <a:avLst/>
          </a:prstGeom>
        </p:spPr>
      </p:pic>
      <p:pic>
        <p:nvPicPr>
          <p:cNvPr id="46" name="图形 34"/>
          <p:cNvPicPr>
            <a:picLocks noChangeAspect="1"/>
          </p:cNvPicPr>
          <p:nvPr userDrawn="1">
            <p:custDataLst>
              <p:tags r:id="rId17"/>
            </p:custDataLst>
          </p:nvPr>
        </p:nvPicPr>
        <p:blipFill>
          <a:blip r:embed="rId3">
            <a:extLst>
              <a:ext uri="{96DAC541-7B7A-43D3-8B79-37D633B846F1}">
                <asvg:svgBlip xmlns:asvg="http://schemas.microsoft.com/office/drawing/2016/SVG/main" r:embed="rId4"/>
              </a:ext>
            </a:extLst>
          </a:blip>
          <a:stretch>
            <a:fillRect/>
          </a:stretch>
        </p:blipFill>
        <p:spPr>
          <a:xfrm>
            <a:off x="0" y="4630420"/>
            <a:ext cx="6096000" cy="2227580"/>
          </a:xfrm>
          <a:prstGeom prst="rect">
            <a:avLst/>
          </a:prstGeom>
        </p:spPr>
      </p:pic>
      <p:pic>
        <p:nvPicPr>
          <p:cNvPr id="48" name="图形 35"/>
          <p:cNvPicPr>
            <a:picLocks noChangeAspect="1"/>
          </p:cNvPicPr>
          <p:nvPr userDrawn="1">
            <p:custDataLst>
              <p:tags r:id="rId18"/>
            </p:custDataLst>
          </p:nvPr>
        </p:nvPicPr>
        <p:blipFill>
          <a:blip r:embed="rId3">
            <a:extLst>
              <a:ext uri="{96DAC541-7B7A-43D3-8B79-37D633B846F1}">
                <asvg:svgBlip xmlns:asvg="http://schemas.microsoft.com/office/drawing/2016/SVG/main" r:embed="rId4"/>
              </a:ext>
            </a:extLst>
          </a:blip>
          <a:stretch>
            <a:fillRect/>
          </a:stretch>
        </p:blipFill>
        <p:spPr>
          <a:xfrm>
            <a:off x="6096000" y="4630420"/>
            <a:ext cx="6096000" cy="2227580"/>
          </a:xfrm>
          <a:prstGeom prst="rect">
            <a:avLst/>
          </a:prstGeom>
        </p:spPr>
      </p:pic>
      <p:pic>
        <p:nvPicPr>
          <p:cNvPr id="51" name="图形 28"/>
          <p:cNvPicPr>
            <a:picLocks noChangeAspect="1"/>
          </p:cNvPicPr>
          <p:nvPr userDrawn="1">
            <p:custDataLst>
              <p:tags r:id="rId19"/>
            </p:custDataLst>
          </p:nvPr>
        </p:nvPicPr>
        <p:blipFill>
          <a:blip r:embed="rId11">
            <a:extLst>
              <a:ext uri="{96DAC541-7B7A-43D3-8B79-37D633B846F1}">
                <asvg:svgBlip xmlns:asvg="http://schemas.microsoft.com/office/drawing/2016/SVG/main" r:embed="rId20"/>
              </a:ext>
            </a:extLst>
          </a:blip>
          <a:stretch>
            <a:fillRect/>
          </a:stretch>
        </p:blipFill>
        <p:spPr>
          <a:xfrm>
            <a:off x="108857" y="94506"/>
            <a:ext cx="11974287" cy="6668989"/>
          </a:xfrm>
          <a:prstGeom prst="rect">
            <a:avLst/>
          </a:prstGeom>
        </p:spPr>
      </p:pic>
      <p:pic>
        <p:nvPicPr>
          <p:cNvPr id="52" name="图形 41"/>
          <p:cNvPicPr>
            <a:picLocks noChangeAspect="1"/>
          </p:cNvPicPr>
          <p:nvPr userDrawn="1">
            <p:custDataLst>
              <p:tags r:id="rId21"/>
            </p:custDataLst>
          </p:nvPr>
        </p:nvPicPr>
        <p:blipFill>
          <a:blip r:embed="rId22">
            <a:extLst>
              <a:ext uri="{96DAC541-7B7A-43D3-8B79-37D633B846F1}">
                <asvg:svgBlip xmlns:asvg="http://schemas.microsoft.com/office/drawing/2016/SVG/main" r:embed="rId23"/>
              </a:ext>
            </a:extLst>
          </a:blip>
          <a:stretch>
            <a:fillRect/>
          </a:stretch>
        </p:blipFill>
        <p:spPr>
          <a:xfrm>
            <a:off x="7104152" y="949251"/>
            <a:ext cx="4555498" cy="5306405"/>
          </a:xfrm>
          <a:prstGeom prst="rect">
            <a:avLst/>
          </a:prstGeom>
        </p:spPr>
      </p:pic>
      <p:pic>
        <p:nvPicPr>
          <p:cNvPr id="54" name="图形 42"/>
          <p:cNvPicPr>
            <a:picLocks noChangeAspect="1"/>
          </p:cNvPicPr>
          <p:nvPr userDrawn="1">
            <p:custDataLst>
              <p:tags r:id="rId24"/>
            </p:custDataLst>
          </p:nvPr>
        </p:nvPicPr>
        <p:blipFill>
          <a:blip r:embed="rId25">
            <a:extLst>
              <a:ext uri="{96DAC541-7B7A-43D3-8B79-37D633B846F1}">
                <asvg:svgBlip xmlns:asvg="http://schemas.microsoft.com/office/drawing/2016/SVG/main" r:embed="rId26"/>
              </a:ext>
            </a:extLst>
          </a:blip>
          <a:stretch>
            <a:fillRect/>
          </a:stretch>
        </p:blipFill>
        <p:spPr>
          <a:xfrm>
            <a:off x="567641" y="5819581"/>
            <a:ext cx="1009423" cy="858481"/>
          </a:xfrm>
          <a:prstGeom prst="rect">
            <a:avLst/>
          </a:prstGeom>
        </p:spPr>
      </p:pic>
      <p:pic>
        <p:nvPicPr>
          <p:cNvPr id="55" name="图形 46"/>
          <p:cNvPicPr>
            <a:picLocks noChangeAspect="1"/>
          </p:cNvPicPr>
          <p:nvPr userDrawn="1">
            <p:custDataLst>
              <p:tags r:id="rId27"/>
            </p:custDataLst>
          </p:nvPr>
        </p:nvPicPr>
        <p:blipFill>
          <a:blip r:embed="rId28">
            <a:extLst>
              <a:ext uri="{96DAC541-7B7A-43D3-8B79-37D633B846F1}">
                <asvg:svgBlip xmlns:asvg="http://schemas.microsoft.com/office/drawing/2016/SVG/main" r:embed="rId29"/>
              </a:ext>
            </a:extLst>
          </a:blip>
          <a:stretch>
            <a:fillRect/>
          </a:stretch>
        </p:blipFill>
        <p:spPr>
          <a:xfrm>
            <a:off x="10340071" y="5912604"/>
            <a:ext cx="1284288" cy="662101"/>
          </a:xfrm>
          <a:prstGeom prst="rect">
            <a:avLst/>
          </a:prstGeom>
        </p:spPr>
      </p:pic>
      <p:pic>
        <p:nvPicPr>
          <p:cNvPr id="56" name="图形 49"/>
          <p:cNvPicPr>
            <a:picLocks noChangeAspect="1"/>
          </p:cNvPicPr>
          <p:nvPr userDrawn="1">
            <p:custDataLst>
              <p:tags r:id="rId30"/>
            </p:custDataLst>
          </p:nvPr>
        </p:nvPicPr>
        <p:blipFill>
          <a:blip r:embed="rId31">
            <a:extLst>
              <a:ext uri="{96DAC541-7B7A-43D3-8B79-37D633B846F1}">
                <asvg:svgBlip xmlns:asvg="http://schemas.microsoft.com/office/drawing/2016/SVG/main" r:embed="rId32"/>
              </a:ext>
            </a:extLst>
          </a:blip>
          <a:stretch>
            <a:fillRect/>
          </a:stretch>
        </p:blipFill>
        <p:spPr>
          <a:xfrm flipH="1">
            <a:off x="6399301" y="745241"/>
            <a:ext cx="896813" cy="541639"/>
          </a:xfrm>
          <a:prstGeom prst="rect">
            <a:avLst/>
          </a:prstGeom>
        </p:spPr>
      </p:pic>
      <p:sp>
        <p:nvSpPr>
          <p:cNvPr id="57" name="标题 56"/>
          <p:cNvSpPr>
            <a:spLocks noGrp="1"/>
          </p:cNvSpPr>
          <p:nvPr>
            <p:ph type="ctrTitle" hasCustomPrompt="1"/>
            <p:custDataLst>
              <p:tags r:id="rId33"/>
            </p:custDataLst>
          </p:nvPr>
        </p:nvSpPr>
        <p:spPr>
          <a:xfrm>
            <a:off x="1240155" y="2686685"/>
            <a:ext cx="6096635" cy="1579245"/>
          </a:xfrm>
        </p:spPr>
        <p:txBody>
          <a:bodyPr wrap="square" lIns="0" tIns="0" rIns="0" bIns="0" anchor="ctr" anchorCtr="0">
            <a:normAutofit/>
          </a:bodyPr>
          <a:lstStyle>
            <a:lvl1pPr algn="l">
              <a:lnSpc>
                <a:spcPct val="100000"/>
              </a:lnSpc>
              <a:defRPr sz="7200"/>
            </a:lvl1pPr>
          </a:lstStyle>
          <a:p>
            <a:r>
              <a:rPr lang="zh-CN" altLang="en-US" dirty="0"/>
              <a:t>编辑母版标题</a:t>
            </a:r>
            <a:endParaRPr lang="zh-CN" altLang="en-US" dirty="0"/>
          </a:p>
        </p:txBody>
      </p:sp>
      <p:sp>
        <p:nvSpPr>
          <p:cNvPr id="58" name="日期"/>
          <p:cNvSpPr>
            <a:spLocks noGrp="1"/>
          </p:cNvSpPr>
          <p:nvPr>
            <p:ph type="subTitle" idx="1" hasCustomPrompt="1"/>
            <p:custDataLst>
              <p:tags r:id="rId34"/>
            </p:custDataLst>
          </p:nvPr>
        </p:nvSpPr>
        <p:spPr>
          <a:xfrm>
            <a:off x="1240155" y="1798320"/>
            <a:ext cx="6096635" cy="687070"/>
          </a:xfrm>
        </p:spPr>
        <p:txBody>
          <a:bodyPr wrap="square" lIns="0" tIns="0" rIns="0" bIns="0" anchor="b">
            <a:normAutofit/>
          </a:bodyPr>
          <a:lstStyle>
            <a:lvl1pPr marL="0" indent="0" algn="l">
              <a:lnSpc>
                <a:spcPct val="100000"/>
              </a:lnSpc>
              <a:buNone/>
              <a:defRPr sz="3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日期</a:t>
            </a:r>
            <a:endParaRPr lang="zh-CN" altLang="en-US" dirty="0"/>
          </a:p>
        </p:txBody>
      </p:sp>
      <p:sp>
        <p:nvSpPr>
          <p:cNvPr id="59" name="署名占位符 10"/>
          <p:cNvSpPr>
            <a:spLocks noGrp="1"/>
          </p:cNvSpPr>
          <p:nvPr>
            <p:ph type="body" sz="quarter" idx="17" hasCustomPrompt="1"/>
            <p:custDataLst>
              <p:tags r:id="rId35"/>
            </p:custDataLst>
          </p:nvPr>
        </p:nvSpPr>
        <p:spPr>
          <a:xfrm>
            <a:off x="1240155" y="4467225"/>
            <a:ext cx="2499995" cy="574675"/>
          </a:xfrm>
          <a:prstGeom prst="roundRect">
            <a:avLst>
              <a:gd name="adj" fmla="val 50000"/>
            </a:avLst>
          </a:prstGeom>
          <a:solidFill>
            <a:schemeClr val="accent1"/>
          </a:solidFill>
          <a:ln w="19050">
            <a:solidFill>
              <a:schemeClr val="bg1"/>
            </a:solidFill>
          </a:ln>
        </p:spPr>
        <p:txBody>
          <a:bodyPr wrap="square" anchor="ctr" anchorCtr="0">
            <a:normAutofit/>
          </a:bodyPr>
          <a:lstStyle>
            <a:lvl1pPr marL="0" indent="0" algn="ctr">
              <a:lnSpc>
                <a:spcPct val="100000"/>
              </a:lnSpc>
              <a:buNone/>
              <a:defRPr sz="1600" b="1">
                <a:solidFill>
                  <a:srgbClr val="FFFFFF"/>
                </a:solidFill>
              </a:defRPr>
            </a:lvl1pPr>
          </a:lstStyle>
          <a:p>
            <a:pPr lvl="0"/>
            <a:r>
              <a:rPr lang="zh-CN" altLang="en-US" dirty="0"/>
              <a:t>署名</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9" Type="http://schemas.openxmlformats.org/officeDocument/2006/relationships/theme" Target="../theme/theme2.xml"/><Relationship Id="rId28" Type="http://schemas.openxmlformats.org/officeDocument/2006/relationships/tags" Target="../tags/tag180.xml"/><Relationship Id="rId27" Type="http://schemas.openxmlformats.org/officeDocument/2006/relationships/tags" Target="../tags/tag179.xml"/><Relationship Id="rId26" Type="http://schemas.openxmlformats.org/officeDocument/2006/relationships/tags" Target="../tags/tag178.xml"/><Relationship Id="rId25" Type="http://schemas.openxmlformats.org/officeDocument/2006/relationships/tags" Target="../tags/tag177.xml"/><Relationship Id="rId24" Type="http://schemas.openxmlformats.org/officeDocument/2006/relationships/tags" Target="../tags/tag176.xml"/><Relationship Id="rId23" Type="http://schemas.openxmlformats.org/officeDocument/2006/relationships/tags" Target="../tags/tag175.xml"/><Relationship Id="rId22" Type="http://schemas.openxmlformats.org/officeDocument/2006/relationships/image" Target="../media/image27.svg"/><Relationship Id="rId21" Type="http://schemas.openxmlformats.org/officeDocument/2006/relationships/image" Target="../media/image3.png"/><Relationship Id="rId20" Type="http://schemas.openxmlformats.org/officeDocument/2006/relationships/tags" Target="../tags/tag174.xml"/><Relationship Id="rId2" Type="http://schemas.openxmlformats.org/officeDocument/2006/relationships/slideLayout" Target="../slideLayouts/slideLayout13.xml"/><Relationship Id="rId19" Type="http://schemas.openxmlformats.org/officeDocument/2006/relationships/tags" Target="../tags/tag173.xml"/><Relationship Id="rId18" Type="http://schemas.openxmlformats.org/officeDocument/2006/relationships/tags" Target="../tags/tag172.xml"/><Relationship Id="rId17" Type="http://schemas.openxmlformats.org/officeDocument/2006/relationships/tags" Target="../tags/tag171.xml"/><Relationship Id="rId16" Type="http://schemas.openxmlformats.org/officeDocument/2006/relationships/tags" Target="../tags/tag170.xml"/><Relationship Id="rId15" Type="http://schemas.openxmlformats.org/officeDocument/2006/relationships/tags" Target="../tags/tag169.xml"/><Relationship Id="rId14" Type="http://schemas.openxmlformats.org/officeDocument/2006/relationships/image" Target="../media/image2.svg"/><Relationship Id="rId13" Type="http://schemas.openxmlformats.org/officeDocument/2006/relationships/image" Target="../media/image1.png"/><Relationship Id="rId12" Type="http://schemas.openxmlformats.org/officeDocument/2006/relationships/tags" Target="../tags/tag168.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pic>
        <p:nvPicPr>
          <p:cNvPr id="18" name="图形 17"/>
          <p:cNvPicPr>
            <a:picLocks noChangeAspect="1"/>
          </p:cNvPicPr>
          <p:nvPr userDrawn="1">
            <p:custDataLst>
              <p:tags r:id="rId12"/>
            </p:custDataLst>
          </p:nvPr>
        </p:nvPicPr>
        <p:blipFill>
          <a:blip r:embed="rId13">
            <a:extLst>
              <a:ext uri="{96DAC541-7B7A-43D3-8B79-37D633B846F1}">
                <asvg:svgBlip xmlns:asvg="http://schemas.microsoft.com/office/drawing/2016/SVG/main" r:embed="rId14"/>
              </a:ext>
            </a:extLst>
          </a:blip>
          <a:stretch>
            <a:fillRect/>
          </a:stretch>
        </p:blipFill>
        <p:spPr>
          <a:xfrm>
            <a:off x="0" y="0"/>
            <a:ext cx="6096000" cy="2227580"/>
          </a:xfrm>
          <a:prstGeom prst="rect">
            <a:avLst/>
          </a:prstGeom>
        </p:spPr>
      </p:pic>
      <p:pic>
        <p:nvPicPr>
          <p:cNvPr id="19" name="图形 18"/>
          <p:cNvPicPr>
            <a:picLocks noChangeAspect="1"/>
          </p:cNvPicPr>
          <p:nvPr userDrawn="1">
            <p:custDataLst>
              <p:tags r:id="rId15"/>
            </p:custDataLst>
          </p:nvPr>
        </p:nvPicPr>
        <p:blipFill>
          <a:blip r:embed="rId13">
            <a:extLst>
              <a:ext uri="{96DAC541-7B7A-43D3-8B79-37D633B846F1}">
                <asvg:svgBlip xmlns:asvg="http://schemas.microsoft.com/office/drawing/2016/SVG/main" r:embed="rId14"/>
              </a:ext>
            </a:extLst>
          </a:blip>
          <a:stretch>
            <a:fillRect/>
          </a:stretch>
        </p:blipFill>
        <p:spPr>
          <a:xfrm>
            <a:off x="6096000" y="0"/>
            <a:ext cx="6096000" cy="2227580"/>
          </a:xfrm>
          <a:prstGeom prst="rect">
            <a:avLst/>
          </a:prstGeom>
        </p:spPr>
      </p:pic>
      <p:pic>
        <p:nvPicPr>
          <p:cNvPr id="16" name="图形 15"/>
          <p:cNvPicPr>
            <a:picLocks noChangeAspect="1"/>
          </p:cNvPicPr>
          <p:nvPr userDrawn="1">
            <p:custDataLst>
              <p:tags r:id="rId16"/>
            </p:custDataLst>
          </p:nvPr>
        </p:nvPicPr>
        <p:blipFill>
          <a:blip r:embed="rId13">
            <a:extLst>
              <a:ext uri="{96DAC541-7B7A-43D3-8B79-37D633B846F1}">
                <asvg:svgBlip xmlns:asvg="http://schemas.microsoft.com/office/drawing/2016/SVG/main" r:embed="rId14"/>
              </a:ext>
            </a:extLst>
          </a:blip>
          <a:stretch>
            <a:fillRect/>
          </a:stretch>
        </p:blipFill>
        <p:spPr>
          <a:xfrm>
            <a:off x="0" y="2308225"/>
            <a:ext cx="6096000" cy="2227580"/>
          </a:xfrm>
          <a:prstGeom prst="rect">
            <a:avLst/>
          </a:prstGeom>
        </p:spPr>
      </p:pic>
      <p:pic>
        <p:nvPicPr>
          <p:cNvPr id="17" name="图形 16"/>
          <p:cNvPicPr>
            <a:picLocks noChangeAspect="1"/>
          </p:cNvPicPr>
          <p:nvPr userDrawn="1">
            <p:custDataLst>
              <p:tags r:id="rId17"/>
            </p:custDataLst>
          </p:nvPr>
        </p:nvPicPr>
        <p:blipFill>
          <a:blip r:embed="rId13">
            <a:extLst>
              <a:ext uri="{96DAC541-7B7A-43D3-8B79-37D633B846F1}">
                <asvg:svgBlip xmlns:asvg="http://schemas.microsoft.com/office/drawing/2016/SVG/main" r:embed="rId14"/>
              </a:ext>
            </a:extLst>
          </a:blip>
          <a:stretch>
            <a:fillRect/>
          </a:stretch>
        </p:blipFill>
        <p:spPr>
          <a:xfrm>
            <a:off x="6096000" y="2308225"/>
            <a:ext cx="6096000" cy="2227580"/>
          </a:xfrm>
          <a:prstGeom prst="rect">
            <a:avLst/>
          </a:prstGeom>
        </p:spPr>
      </p:pic>
      <p:pic>
        <p:nvPicPr>
          <p:cNvPr id="14" name="图形 13"/>
          <p:cNvPicPr>
            <a:picLocks noChangeAspect="1"/>
          </p:cNvPicPr>
          <p:nvPr userDrawn="1">
            <p:custDataLst>
              <p:tags r:id="rId18"/>
            </p:custDataLst>
          </p:nvPr>
        </p:nvPicPr>
        <p:blipFill>
          <a:blip r:embed="rId13">
            <a:extLst>
              <a:ext uri="{96DAC541-7B7A-43D3-8B79-37D633B846F1}">
                <asvg:svgBlip xmlns:asvg="http://schemas.microsoft.com/office/drawing/2016/SVG/main" r:embed="rId14"/>
              </a:ext>
            </a:extLst>
          </a:blip>
          <a:stretch>
            <a:fillRect/>
          </a:stretch>
        </p:blipFill>
        <p:spPr>
          <a:xfrm>
            <a:off x="0" y="4630420"/>
            <a:ext cx="6096000" cy="2227580"/>
          </a:xfrm>
          <a:prstGeom prst="rect">
            <a:avLst/>
          </a:prstGeom>
        </p:spPr>
      </p:pic>
      <p:pic>
        <p:nvPicPr>
          <p:cNvPr id="15" name="图形 14"/>
          <p:cNvPicPr>
            <a:picLocks noChangeAspect="1"/>
          </p:cNvPicPr>
          <p:nvPr userDrawn="1">
            <p:custDataLst>
              <p:tags r:id="rId19"/>
            </p:custDataLst>
          </p:nvPr>
        </p:nvPicPr>
        <p:blipFill>
          <a:blip r:embed="rId13">
            <a:extLst>
              <a:ext uri="{96DAC541-7B7A-43D3-8B79-37D633B846F1}">
                <asvg:svgBlip xmlns:asvg="http://schemas.microsoft.com/office/drawing/2016/SVG/main" r:embed="rId14"/>
              </a:ext>
            </a:extLst>
          </a:blip>
          <a:stretch>
            <a:fillRect/>
          </a:stretch>
        </p:blipFill>
        <p:spPr>
          <a:xfrm>
            <a:off x="6096000" y="4630420"/>
            <a:ext cx="6096000" cy="2227580"/>
          </a:xfrm>
          <a:prstGeom prst="rect">
            <a:avLst/>
          </a:prstGeom>
        </p:spPr>
      </p:pic>
      <p:pic>
        <p:nvPicPr>
          <p:cNvPr id="10" name="图形 9"/>
          <p:cNvPicPr>
            <a:picLocks noChangeAspect="1"/>
          </p:cNvPicPr>
          <p:nvPr userDrawn="1">
            <p:custDataLst>
              <p:tags r:id="rId20"/>
            </p:custDataLst>
          </p:nvPr>
        </p:nvPicPr>
        <p:blipFill>
          <a:blip r:embed="rId21">
            <a:extLst>
              <a:ext uri="{96DAC541-7B7A-43D3-8B79-37D633B846F1}">
                <asvg:svgBlip xmlns:asvg="http://schemas.microsoft.com/office/drawing/2016/SVG/main" r:embed="rId22"/>
              </a:ext>
            </a:extLst>
          </a:blip>
          <a:stretch>
            <a:fillRect/>
          </a:stretch>
        </p:blipFill>
        <p:spPr>
          <a:xfrm>
            <a:off x="108585" y="99695"/>
            <a:ext cx="11974195" cy="6668770"/>
          </a:xfrm>
          <a:prstGeom prst="rect">
            <a:avLst/>
          </a:prstGeom>
        </p:spPr>
      </p:pic>
      <p:sp>
        <p:nvSpPr>
          <p:cNvPr id="6" name="灯片编号占位符 5"/>
          <p:cNvSpPr>
            <a:spLocks noGrp="1"/>
          </p:cNvSpPr>
          <p:nvPr>
            <p:ph type="sldNum" sz="quarter" idx="4"/>
            <p:custDataLst>
              <p:tags r:id="rId23"/>
            </p:custDataLst>
          </p:nvPr>
        </p:nvSpPr>
        <p:spPr>
          <a:xfrm>
            <a:off x="8753983"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sp>
        <p:nvSpPr>
          <p:cNvPr id="5" name="页脚占位符 4"/>
          <p:cNvSpPr>
            <a:spLocks noGrp="1"/>
          </p:cNvSpPr>
          <p:nvPr>
            <p:ph type="ftr" sz="quarter" idx="3"/>
            <p:custDataLst>
              <p:tags r:id="rId24"/>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4" name="日期占位符 3"/>
          <p:cNvSpPr>
            <a:spLocks noGrp="1"/>
          </p:cNvSpPr>
          <p:nvPr>
            <p:ph type="dt" sz="half" idx="2"/>
            <p:custDataLst>
              <p:tags r:id="rId25"/>
            </p:custDataLst>
          </p:nvPr>
        </p:nvSpPr>
        <p:spPr>
          <a:xfrm>
            <a:off x="69596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3" name="文本占位符 2"/>
          <p:cNvSpPr>
            <a:spLocks noGrp="1"/>
          </p:cNvSpPr>
          <p:nvPr>
            <p:ph type="body" idx="1"/>
            <p:custDataLst>
              <p:tags r:id="rId26"/>
            </p:custDataLst>
          </p:nvPr>
        </p:nvSpPr>
        <p:spPr>
          <a:xfrm>
            <a:off x="695960" y="1301749"/>
            <a:ext cx="10800000" cy="4873625"/>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2" name="标题占位符 1"/>
          <p:cNvSpPr>
            <a:spLocks noGrp="1"/>
          </p:cNvSpPr>
          <p:nvPr>
            <p:ph type="title"/>
            <p:custDataLst>
              <p:tags r:id="rId27"/>
            </p:custDataLst>
          </p:nvPr>
        </p:nvSpPr>
        <p:spPr>
          <a:xfrm>
            <a:off x="695960" y="360000"/>
            <a:ext cx="10800000" cy="720000"/>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8" name="KSO_TEMPLATE" hidden="1"/>
          <p:cNvSpPr/>
          <p:nvPr userDrawn="1">
            <p:custDataLst>
              <p:tags r:id="rId28"/>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u="none" kern="1200" spc="0">
          <a:solidFill>
            <a:schemeClr val="tx1"/>
          </a:solidFill>
          <a:effectLst>
            <a:outerShdw>
              <a:srgbClr val="FFFFFF"/>
            </a:outerShdw>
          </a:effectLst>
          <a:uFill>
            <a:solidFill>
              <a:schemeClr val="bg1"/>
            </a:solidFill>
          </a:uFill>
          <a:latin typeface="+mj-lt"/>
          <a:ea typeface="+mj-ea"/>
          <a:cs typeface="+mj-cs"/>
        </a:defRPr>
      </a:lvl1pPr>
    </p:titleStyle>
    <p:bodyStyle>
      <a:lvl1pPr marL="228600" indent="0" algn="l" defTabSz="914400" rtl="0" eaLnBrk="1" latinLnBrk="0" hangingPunct="1">
        <a:lnSpc>
          <a:spcPct val="130000"/>
        </a:lnSpc>
        <a:spcBef>
          <a:spcPts val="1000"/>
        </a:spcBef>
        <a:buFont typeface="Arial" panose="020B0604020202020204" pitchFamily="34" charset="0"/>
        <a:buChar char="•"/>
        <a:defRPr sz="2400" kern="1200" spc="0">
          <a:solidFill>
            <a:schemeClr val="tx1"/>
          </a:solidFill>
          <a:latin typeface="+mn-lt"/>
          <a:ea typeface="+mn-ea"/>
          <a:cs typeface="+mn-cs"/>
        </a:defRPr>
      </a:lvl1pPr>
      <a:lvl2pPr marL="685800" indent="0" algn="l" defTabSz="914400" rtl="0" eaLnBrk="1" latinLnBrk="0" hangingPunct="1">
        <a:lnSpc>
          <a:spcPct val="130000"/>
        </a:lnSpc>
        <a:spcBef>
          <a:spcPts val="500"/>
        </a:spcBef>
        <a:buFont typeface="Arial" panose="020B0604020202020204" pitchFamily="34" charset="0"/>
        <a:buChar char="•"/>
        <a:defRPr sz="2000" kern="1200" spc="0">
          <a:solidFill>
            <a:schemeClr val="tx1"/>
          </a:solidFill>
          <a:latin typeface="+mn-lt"/>
          <a:ea typeface="+mn-ea"/>
          <a:cs typeface="+mn-cs"/>
        </a:defRPr>
      </a:lvl2pPr>
      <a:lvl3pPr marL="1143000" indent="0" algn="l" defTabSz="914400" rtl="0" eaLnBrk="1" latinLnBrk="0" hangingPunct="1">
        <a:lnSpc>
          <a:spcPct val="130000"/>
        </a:lnSpc>
        <a:spcBef>
          <a:spcPts val="500"/>
        </a:spcBef>
        <a:buFont typeface="Arial" panose="020B0604020202020204" pitchFamily="34" charset="0"/>
        <a:buChar char="•"/>
        <a:defRPr sz="1800" kern="1200" spc="0">
          <a:solidFill>
            <a:schemeClr val="tx1"/>
          </a:solidFill>
          <a:latin typeface="+mn-lt"/>
          <a:ea typeface="+mn-ea"/>
          <a:cs typeface="+mn-cs"/>
        </a:defRPr>
      </a:lvl3pPr>
      <a:lvl4pPr marL="1600200" indent="0" algn="l" defTabSz="914400" rtl="0" eaLnBrk="1" latinLnBrk="0" hangingPunct="1">
        <a:lnSpc>
          <a:spcPct val="130000"/>
        </a:lnSpc>
        <a:spcBef>
          <a:spcPts val="500"/>
        </a:spcBef>
        <a:buFont typeface="Arial" panose="020B0604020202020204" pitchFamily="34" charset="0"/>
        <a:buChar char="•"/>
        <a:defRPr sz="1800" kern="1200" spc="0">
          <a:solidFill>
            <a:schemeClr val="tx1"/>
          </a:solidFill>
          <a:latin typeface="+mn-lt"/>
          <a:ea typeface="+mn-ea"/>
          <a:cs typeface="+mn-cs"/>
        </a:defRPr>
      </a:lvl4pPr>
      <a:lvl5pPr marL="2057400" indent="0" algn="l" defTabSz="914400" rtl="0" eaLnBrk="1" latinLnBrk="0" hangingPunct="1">
        <a:lnSpc>
          <a:spcPct val="130000"/>
        </a:lnSpc>
        <a:spcBef>
          <a:spcPts val="500"/>
        </a:spcBef>
        <a:buFont typeface="Arial" panose="020B0604020202020204" pitchFamily="34" charset="0"/>
        <a:buChar char="•"/>
        <a:defRPr sz="1800" kern="1200" spc="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tags" Target="../tags/tag184.xml"/><Relationship Id="rId3" Type="http://schemas.openxmlformats.org/officeDocument/2006/relationships/tags" Target="../tags/tag183.xml"/><Relationship Id="rId2" Type="http://schemas.openxmlformats.org/officeDocument/2006/relationships/tags" Target="../tags/tag182.xml"/><Relationship Id="rId1" Type="http://schemas.openxmlformats.org/officeDocument/2006/relationships/tags" Target="../tags/tag181.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18.xml"/><Relationship Id="rId3" Type="http://schemas.openxmlformats.org/officeDocument/2006/relationships/tags" Target="../tags/tag186.xml"/><Relationship Id="rId2" Type="http://schemas.openxmlformats.org/officeDocument/2006/relationships/image" Target="../media/image28.png"/><Relationship Id="rId1" Type="http://schemas.openxmlformats.org/officeDocument/2006/relationships/tags" Target="../tags/tag185.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187.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188.xml"/><Relationship Id="rId1" Type="http://schemas.openxmlformats.org/officeDocument/2006/relationships/image" Target="../media/image29.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190.xml"/><Relationship Id="rId1" Type="http://schemas.openxmlformats.org/officeDocument/2006/relationships/tags" Target="../tags/tag189.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191.xml"/><Relationship Id="rId1" Type="http://schemas.openxmlformats.org/officeDocument/2006/relationships/image" Target="../media/image30.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193.xml"/><Relationship Id="rId1" Type="http://schemas.openxmlformats.org/officeDocument/2006/relationships/tags" Target="../tags/tag192.xml"/></Relationships>
</file>

<file path=ppt/slides/_rels/slide8.xml.rels><?xml version="1.0" encoding="UTF-8" standalone="yes"?>
<Relationships xmlns="http://schemas.openxmlformats.org/package/2006/relationships"><Relationship Id="rId6" Type="http://schemas.openxmlformats.org/officeDocument/2006/relationships/slideLayout" Target="../slideLayouts/slideLayout18.xml"/><Relationship Id="rId5" Type="http://schemas.openxmlformats.org/officeDocument/2006/relationships/tags" Target="../tags/tag194.xml"/><Relationship Id="rId4" Type="http://schemas.openxmlformats.org/officeDocument/2006/relationships/image" Target="../media/image34.png"/><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p:cNvSpPr>
            <a:spLocks noGrp="1"/>
          </p:cNvSpPr>
          <p:nvPr>
            <p:ph type="ctrTitle"/>
            <p:custDataLst>
              <p:tags r:id="rId1"/>
            </p:custDataLst>
          </p:nvPr>
        </p:nvSpPr>
        <p:spPr>
          <a:xfrm>
            <a:off x="1243965" y="2683510"/>
            <a:ext cx="5928995" cy="2152015"/>
          </a:xfrm>
        </p:spPr>
        <p:txBody>
          <a:bodyPr/>
          <a:p>
            <a:r>
              <a:rPr lang="zh-CN" altLang="en-US"/>
              <a:t>图像增强报告</a:t>
            </a:r>
            <a:r>
              <a:rPr lang="zh-CN" altLang="en-US"/>
              <a:t>一</a:t>
            </a:r>
            <a:endParaRPr lang="zh-CN" altLang="en-US"/>
          </a:p>
        </p:txBody>
      </p:sp>
      <p:sp>
        <p:nvSpPr>
          <p:cNvPr id="10" name="日期"/>
          <p:cNvSpPr>
            <a:spLocks noGrp="1"/>
          </p:cNvSpPr>
          <p:nvPr>
            <p:ph type="subTitle" idx="1"/>
            <p:custDataLst>
              <p:tags r:id="rId2"/>
            </p:custDataLst>
          </p:nvPr>
        </p:nvSpPr>
        <p:spPr/>
        <p:txBody>
          <a:bodyPr/>
          <a:p>
            <a:r>
              <a:rPr lang="en-US" altLang="zh-CN"/>
              <a:t>20250922</a:t>
            </a:r>
            <a:endParaRPr lang="en-US" altLang="zh-CN"/>
          </a:p>
        </p:txBody>
      </p:sp>
      <p:sp>
        <p:nvSpPr>
          <p:cNvPr id="11" name="文本占位符 10"/>
          <p:cNvSpPr>
            <a:spLocks noGrp="1"/>
          </p:cNvSpPr>
          <p:nvPr>
            <p:ph type="body" sz="quarter" idx="17"/>
            <p:custDataLst>
              <p:tags r:id="rId3"/>
            </p:custDataLst>
          </p:nvPr>
        </p:nvSpPr>
        <p:spPr/>
        <p:txBody>
          <a:bodyPr/>
          <a:p>
            <a:r>
              <a:rPr lang="zh-CN" altLang="en-US"/>
              <a:t>汇报人：</a:t>
            </a:r>
            <a:r>
              <a:rPr lang="zh-CN" altLang="en-US"/>
              <a:t>陈银素</a:t>
            </a:r>
            <a:endParaRPr lang="zh-CN" altLang="en-US"/>
          </a:p>
        </p:txBody>
      </p:sp>
    </p:spTree>
    <p:custDataLst>
      <p:tags r:id="rId4"/>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标题 6"/>
          <p:cNvSpPr>
            <a:spLocks noGrp="1"/>
          </p:cNvSpPr>
          <p:nvPr>
            <p:ph type="title"/>
            <p:custDataLst>
              <p:tags r:id="rId1"/>
            </p:custDataLst>
          </p:nvPr>
        </p:nvSpPr>
        <p:spPr>
          <a:xfrm>
            <a:off x="878840" y="1040765"/>
            <a:ext cx="6704965" cy="720090"/>
          </a:xfrm>
        </p:spPr>
        <p:txBody>
          <a:bodyPr vert="horz" lIns="91440" tIns="45720" rIns="91440" bIns="45720" rtlCol="0" anchor="ctr">
            <a:normAutofit/>
          </a:bodyPr>
          <a:lstStyle/>
          <a:p>
            <a:pPr lvl="0" algn="l">
              <a:buClrTx/>
              <a:buSzTx/>
              <a:buFontTx/>
            </a:pPr>
            <a:r>
              <a:rPr lang="zh-CN" altLang="en-US" sz="3600">
                <a:sym typeface="+mn-ea"/>
              </a:rPr>
              <a:t>主要完成任务</a:t>
            </a:r>
            <a:endParaRPr lang="zh-CN" altLang="en-US" sz="3600">
              <a:sym typeface="+mn-ea"/>
            </a:endParaRPr>
          </a:p>
        </p:txBody>
      </p:sp>
      <p:pic>
        <p:nvPicPr>
          <p:cNvPr id="8" name="图片 7"/>
          <p:cNvPicPr>
            <a:picLocks noChangeAspect="1"/>
          </p:cNvPicPr>
          <p:nvPr/>
        </p:nvPicPr>
        <p:blipFill>
          <a:blip r:embed="rId2"/>
          <a:stretch>
            <a:fillRect/>
          </a:stretch>
        </p:blipFill>
        <p:spPr>
          <a:xfrm>
            <a:off x="7690485" y="1993900"/>
            <a:ext cx="4016375" cy="3839210"/>
          </a:xfrm>
          <a:prstGeom prst="rect">
            <a:avLst/>
          </a:prstGeom>
        </p:spPr>
      </p:pic>
      <p:sp>
        <p:nvSpPr>
          <p:cNvPr id="9" name="文本框 8"/>
          <p:cNvSpPr txBox="1"/>
          <p:nvPr/>
        </p:nvSpPr>
        <p:spPr>
          <a:xfrm>
            <a:off x="878840" y="2689225"/>
            <a:ext cx="6088380" cy="2958465"/>
          </a:xfrm>
          <a:prstGeom prst="rect">
            <a:avLst/>
          </a:prstGeom>
          <a:noFill/>
        </p:spPr>
        <p:txBody>
          <a:bodyPr wrap="square" rtlCol="0">
            <a:noAutofit/>
          </a:bodyPr>
          <a:p>
            <a:pPr marL="285750" indent="-285750">
              <a:buFont typeface="Wingdings" panose="05000000000000000000" charset="0"/>
              <a:buChar char="l"/>
            </a:pPr>
            <a:r>
              <a:rPr lang="zh-CN" altLang="en-US" sz="3600"/>
              <a:t>确定研究方向</a:t>
            </a:r>
            <a:r>
              <a:rPr lang="en-US" altLang="zh-CN" sz="3600"/>
              <a:t>——</a:t>
            </a:r>
            <a:r>
              <a:rPr lang="zh-CN" altLang="en-US" sz="3600"/>
              <a:t>图像增强</a:t>
            </a:r>
            <a:endParaRPr lang="zh-CN" altLang="en-US" sz="3600"/>
          </a:p>
          <a:p>
            <a:pPr indent="0">
              <a:buFont typeface="Wingdings" panose="05000000000000000000" charset="0"/>
              <a:buNone/>
            </a:pPr>
            <a:endParaRPr lang="zh-CN" altLang="en-US" sz="3600"/>
          </a:p>
          <a:p>
            <a:pPr marL="285750" indent="-285750">
              <a:buFont typeface="Wingdings" panose="05000000000000000000" charset="0"/>
              <a:buChar char="l"/>
            </a:pPr>
            <a:r>
              <a:rPr lang="zh-CN" altLang="en-US" sz="3600"/>
              <a:t>细读论文</a:t>
            </a:r>
            <a:r>
              <a:rPr lang="en-US" altLang="zh-CN" sz="3600"/>
              <a:t>*2</a:t>
            </a:r>
            <a:endParaRPr lang="en-US" altLang="zh-CN" sz="3600"/>
          </a:p>
        </p:txBody>
      </p:sp>
    </p:spTree>
    <p:custDataLst>
      <p:tags r:id="rId3"/>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882015" y="862965"/>
            <a:ext cx="10427970" cy="5015865"/>
          </a:xfrm>
          <a:prstGeom prst="rect">
            <a:avLst/>
          </a:prstGeom>
          <a:noFill/>
        </p:spPr>
        <p:txBody>
          <a:bodyPr wrap="square" rtlCol="0">
            <a:noAutofit/>
          </a:bodyPr>
          <a:p>
            <a:r>
              <a:rPr lang="en-US" altLang="zh-CN"/>
              <a:t>Retinex</a:t>
            </a:r>
            <a:r>
              <a:rPr lang="zh-CN" altLang="en-US"/>
              <a:t>（视网膜</a:t>
            </a:r>
            <a:r>
              <a:rPr lang="en-US" altLang="zh-CN"/>
              <a:t>"Retina"</a:t>
            </a:r>
            <a:r>
              <a:rPr lang="zh-CN" altLang="en-US"/>
              <a:t>和大脑皮层</a:t>
            </a:r>
            <a:r>
              <a:rPr lang="en-US" altLang="zh-CN"/>
              <a:t>"Cortex"</a:t>
            </a:r>
            <a:r>
              <a:rPr lang="zh-CN" altLang="en-US"/>
              <a:t>的组合词）是一种解释人类视觉系统如何感知颜色和亮度的理论模型。</a:t>
            </a:r>
            <a:endParaRPr lang="zh-CN" altLang="en-US"/>
          </a:p>
          <a:p>
            <a:r>
              <a:rPr lang="zh-CN" altLang="en-US"/>
              <a:t>低光图像之所以质量差，主要是因为</a:t>
            </a:r>
            <a:r>
              <a:rPr lang="en-US" altLang="zh-CN"/>
              <a:t> </a:t>
            </a:r>
            <a:r>
              <a:rPr lang="zh-CN" altLang="en-US" b="1"/>
              <a:t>光照分量</a:t>
            </a:r>
            <a:r>
              <a:rPr lang="en-US" altLang="zh-CN"/>
              <a:t> \mathbf{L} </a:t>
            </a:r>
            <a:r>
              <a:rPr lang="zh-CN" altLang="en-US"/>
              <a:t>太弱或不均匀。</a:t>
            </a:r>
            <a:r>
              <a:rPr lang="en-US" altLang="zh-CN"/>
              <a:t>Retinex</a:t>
            </a:r>
            <a:r>
              <a:rPr lang="zh-CN" altLang="en-US"/>
              <a:t>理论为解决这个问题提供了完美的思路：</a:t>
            </a:r>
            <a:endParaRPr lang="zh-CN" altLang="en-US"/>
          </a:p>
          <a:p>
            <a:endParaRPr lang="en-US" altLang="zh-CN"/>
          </a:p>
          <a:p>
            <a:r>
              <a:rPr lang="zh-CN" altLang="en-US"/>
              <a:t>分解：将观察到的</a:t>
            </a:r>
            <a:r>
              <a:rPr lang="zh-CN" altLang="en-US" b="1"/>
              <a:t>低光图像</a:t>
            </a:r>
            <a:r>
              <a:rPr lang="en-US" altLang="zh-CN"/>
              <a:t> \mathbf{I} </a:t>
            </a:r>
            <a:r>
              <a:rPr lang="zh-CN" altLang="en-US"/>
              <a:t>分解成</a:t>
            </a:r>
            <a:r>
              <a:rPr lang="en-US" altLang="zh-CN"/>
              <a:t> </a:t>
            </a:r>
            <a:r>
              <a:rPr lang="zh-CN" altLang="en-US" b="1"/>
              <a:t>光照图</a:t>
            </a:r>
            <a:r>
              <a:rPr lang="en-US" altLang="zh-CN"/>
              <a:t> \mathbf{L} </a:t>
            </a:r>
            <a:r>
              <a:rPr lang="zh-CN" altLang="en-US"/>
              <a:t>和</a:t>
            </a:r>
            <a:r>
              <a:rPr lang="en-US" altLang="zh-CN"/>
              <a:t> </a:t>
            </a:r>
            <a:r>
              <a:rPr lang="zh-CN" altLang="en-US" b="1"/>
              <a:t>反射图</a:t>
            </a:r>
            <a:r>
              <a:rPr lang="en-US" altLang="zh-CN"/>
              <a:t> \mathbf{R}</a:t>
            </a:r>
            <a:r>
              <a:rPr lang="zh-CN" altLang="en-US"/>
              <a:t>。</a:t>
            </a:r>
            <a:endParaRPr lang="zh-CN" altLang="en-US"/>
          </a:p>
          <a:p>
            <a:endParaRPr lang="en-US" altLang="zh-CN"/>
          </a:p>
          <a:p>
            <a:r>
              <a:rPr lang="zh-CN" altLang="en-US"/>
              <a:t>增强：对分解出的两个分量分别进行处理：</a:t>
            </a:r>
            <a:endParaRPr lang="zh-CN" altLang="en-US"/>
          </a:p>
          <a:p>
            <a:endParaRPr lang="en-US" altLang="zh-CN"/>
          </a:p>
          <a:p>
            <a:r>
              <a:rPr lang="zh-CN" altLang="en-US"/>
              <a:t>调整光照</a:t>
            </a:r>
            <a:r>
              <a:rPr lang="en-US" altLang="zh-CN"/>
              <a:t> \mathbf{L}</a:t>
            </a:r>
            <a:r>
              <a:rPr lang="zh-CN" altLang="en-US"/>
              <a:t>：提升其亮度、使其分布更均匀（例如使用伽马校正、函数映射等）。这是增强的关键步骤。</a:t>
            </a:r>
            <a:endParaRPr lang="zh-CN" altLang="en-US"/>
          </a:p>
          <a:p>
            <a:endParaRPr lang="en-US" altLang="zh-CN"/>
          </a:p>
          <a:p>
            <a:r>
              <a:rPr lang="zh-CN" altLang="en-US"/>
              <a:t>优化反射</a:t>
            </a:r>
            <a:r>
              <a:rPr lang="en-US" altLang="zh-CN"/>
              <a:t> \mathbf{R}</a:t>
            </a:r>
            <a:r>
              <a:rPr lang="zh-CN" altLang="en-US"/>
              <a:t>：通常认为它包含图像的细节，可以对其进行去噪、保边等处理，以恢复更清晰的纹理。</a:t>
            </a:r>
            <a:endParaRPr lang="zh-CN" altLang="en-US"/>
          </a:p>
          <a:p>
            <a:endParaRPr lang="en-US" altLang="zh-CN"/>
          </a:p>
          <a:p>
            <a:r>
              <a:rPr lang="zh-CN" altLang="en-US"/>
              <a:t>合成：将处理后的光照分量和反射分量重新相乘，得到最终增强后的图像。</a:t>
            </a:r>
            <a:endParaRPr lang="zh-CN" altLang="en-US"/>
          </a:p>
          <a:p>
            <a:r>
              <a:rPr lang="en-US" altLang="zh-CN"/>
              <a:t>\mathbf{I}_{\text{enhanced}} = \text{Adjust}(\mathbf{L}) \circ \text{Denoise}(\mathbf{R})</a:t>
            </a:r>
            <a:endParaRPr lang="en-US" altLang="zh-CN"/>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文本框 7"/>
          <p:cNvSpPr txBox="1"/>
          <p:nvPr/>
        </p:nvSpPr>
        <p:spPr>
          <a:xfrm>
            <a:off x="551180" y="2503805"/>
            <a:ext cx="6094095" cy="3692525"/>
          </a:xfrm>
          <a:prstGeom prst="rect">
            <a:avLst/>
          </a:prstGeom>
          <a:noFill/>
        </p:spPr>
        <p:txBody>
          <a:bodyPr wrap="square" rtlCol="0">
            <a:spAutoFit/>
          </a:bodyPr>
          <a:p>
            <a:r>
              <a:rPr lang="zh-CN" altLang="en-US"/>
              <a:t>研究的主要</a:t>
            </a:r>
            <a:r>
              <a:rPr lang="zh-CN" altLang="en-US"/>
              <a:t>问题：</a:t>
            </a:r>
            <a:endParaRPr lang="zh-CN" altLang="en-US"/>
          </a:p>
          <a:p>
            <a:endParaRPr lang="zh-CN" altLang="en-US"/>
          </a:p>
          <a:p>
            <a:r>
              <a:rPr lang="zh-CN" altLang="en-US"/>
              <a:t>基于</a:t>
            </a:r>
            <a:r>
              <a:rPr lang="en-US" altLang="zh-CN"/>
              <a:t> Retinex </a:t>
            </a:r>
            <a:r>
              <a:rPr lang="zh-CN" altLang="en-US"/>
              <a:t>的先前方法常常生成不自然的图像</a:t>
            </a:r>
            <a:endParaRPr lang="zh-CN" altLang="en-US"/>
          </a:p>
          <a:p>
            <a:r>
              <a:rPr lang="zh-CN" altLang="en-US"/>
              <a:t>低光图像增强是计算机视觉中的重要任务，传统方法（如直方图均衡、</a:t>
            </a:r>
            <a:r>
              <a:rPr lang="en-US" altLang="zh-CN"/>
              <a:t>Retinex</a:t>
            </a:r>
            <a:r>
              <a:rPr lang="zh-CN" altLang="en-US"/>
              <a:t>理论）依赖手工特征，鲁棒性差。</a:t>
            </a:r>
            <a:endParaRPr lang="en-US" altLang="zh-CN"/>
          </a:p>
          <a:p>
            <a:endParaRPr lang="zh-CN" altLang="en-US"/>
          </a:p>
          <a:p>
            <a:r>
              <a:rPr lang="zh-CN" altLang="en-US"/>
              <a:t>基于深度学习的</a:t>
            </a:r>
            <a:r>
              <a:rPr lang="en-US" altLang="zh-CN"/>
              <a:t>Retinex</a:t>
            </a:r>
            <a:r>
              <a:rPr lang="zh-CN" altLang="en-US"/>
              <a:t>方法通过分解图像为反射分量（</a:t>
            </a:r>
            <a:r>
              <a:rPr lang="en-US" altLang="zh-CN"/>
              <a:t>Reflectance</a:t>
            </a:r>
            <a:r>
              <a:rPr lang="zh-CN" altLang="en-US"/>
              <a:t>）和光照分量（</a:t>
            </a:r>
            <a:r>
              <a:rPr lang="en-US" altLang="zh-CN"/>
              <a:t>Illumination</a:t>
            </a:r>
            <a:r>
              <a:rPr lang="zh-CN" altLang="en-US"/>
              <a:t>）进行增强，但</a:t>
            </a:r>
            <a:r>
              <a:rPr lang="zh-CN" altLang="en-US" b="1"/>
              <a:t>分解问题是高度不适定的，缺乏真实标注</a:t>
            </a:r>
            <a:r>
              <a:rPr lang="zh-CN" altLang="en-US"/>
              <a:t>。</a:t>
            </a:r>
            <a:endParaRPr lang="en-US" altLang="zh-CN"/>
          </a:p>
          <a:p>
            <a:r>
              <a:rPr lang="zh-CN" altLang="en-US"/>
              <a:t>现有方法依赖手工设计的先验或正则项，这些约束往往不适用于所有场景，且过多约束会导致模型性能下降、生成不自然的图像。</a:t>
            </a:r>
            <a:endParaRPr lang="zh-CN" altLang="en-US"/>
          </a:p>
          <a:p>
            <a:endParaRPr lang="zh-CN" altLang="en-US"/>
          </a:p>
        </p:txBody>
      </p:sp>
      <p:pic>
        <p:nvPicPr>
          <p:cNvPr id="2" name="图片 1"/>
          <p:cNvPicPr>
            <a:picLocks noChangeAspect="1"/>
          </p:cNvPicPr>
          <p:nvPr/>
        </p:nvPicPr>
        <p:blipFill>
          <a:blip r:embed="rId1"/>
          <a:stretch>
            <a:fillRect/>
          </a:stretch>
        </p:blipFill>
        <p:spPr>
          <a:xfrm>
            <a:off x="551180" y="493395"/>
            <a:ext cx="5962015" cy="1619250"/>
          </a:xfrm>
          <a:prstGeom prst="rect">
            <a:avLst/>
          </a:prstGeom>
        </p:spPr>
      </p:pic>
      <p:sp>
        <p:nvSpPr>
          <p:cNvPr id="3" name="文本框 2"/>
          <p:cNvSpPr txBox="1"/>
          <p:nvPr/>
        </p:nvSpPr>
        <p:spPr>
          <a:xfrm>
            <a:off x="6849745" y="610870"/>
            <a:ext cx="4763770" cy="5636260"/>
          </a:xfrm>
          <a:prstGeom prst="rect">
            <a:avLst/>
          </a:prstGeom>
          <a:noFill/>
        </p:spPr>
        <p:txBody>
          <a:bodyPr wrap="square" rtlCol="0">
            <a:noAutofit/>
          </a:bodyPr>
          <a:p>
            <a:r>
              <a:rPr lang="zh-CN" altLang="en-US"/>
              <a:t>核心贡献：</a:t>
            </a:r>
            <a:endParaRPr lang="zh-CN" altLang="en-US"/>
          </a:p>
          <a:p>
            <a:endParaRPr lang="en-US" altLang="zh-CN"/>
          </a:p>
          <a:p>
            <a:r>
              <a:rPr lang="en-US" altLang="zh-CN"/>
              <a:t>1.</a:t>
            </a:r>
            <a:r>
              <a:rPr lang="zh-CN" altLang="en-US"/>
              <a:t>提出无需先验或正则项的</a:t>
            </a:r>
            <a:r>
              <a:rPr lang="en-US" altLang="zh-CN" b="1"/>
              <a:t>Retinex</a:t>
            </a:r>
            <a:r>
              <a:rPr lang="zh-CN" altLang="en-US" b="1"/>
              <a:t>分解方法</a:t>
            </a:r>
            <a:r>
              <a:rPr lang="zh-CN" altLang="en-US"/>
              <a:t>：</a:t>
            </a:r>
            <a:endParaRPr lang="zh-CN" altLang="en-US"/>
          </a:p>
          <a:p>
            <a:r>
              <a:rPr lang="zh-CN" altLang="en-US"/>
              <a:t>使用对比学习（</a:t>
            </a:r>
            <a:r>
              <a:rPr lang="en-US" altLang="zh-CN"/>
              <a:t>Contrastive Learning</a:t>
            </a:r>
            <a:r>
              <a:rPr lang="zh-CN" altLang="en-US"/>
              <a:t>）</a:t>
            </a:r>
            <a:r>
              <a:rPr lang="en-US" altLang="zh-CN"/>
              <a:t> </a:t>
            </a:r>
            <a:r>
              <a:rPr lang="zh-CN" altLang="en-US"/>
              <a:t>和自知识蒸馏（</a:t>
            </a:r>
            <a:r>
              <a:rPr lang="en-US" altLang="zh-CN"/>
              <a:t>Self-Knowledge Distillation</a:t>
            </a:r>
            <a:r>
              <a:rPr lang="zh-CN" altLang="en-US"/>
              <a:t>）</a:t>
            </a:r>
            <a:r>
              <a:rPr lang="en-US" altLang="zh-CN"/>
              <a:t> </a:t>
            </a:r>
            <a:r>
              <a:rPr lang="zh-CN" altLang="en-US"/>
              <a:t>两种策略，避免手工设计正则项。</a:t>
            </a:r>
            <a:endParaRPr lang="zh-CN" altLang="en-US"/>
          </a:p>
          <a:p>
            <a:r>
              <a:rPr lang="zh-CN" altLang="en-US"/>
              <a:t>提出</a:t>
            </a:r>
            <a:r>
              <a:rPr lang="en-US" altLang="zh-CN"/>
              <a:t>RFR</a:t>
            </a:r>
            <a:r>
              <a:rPr lang="zh-CN" altLang="en-US"/>
              <a:t>网络（</a:t>
            </a:r>
            <a:r>
              <a:rPr lang="en-US" altLang="zh-CN"/>
              <a:t>Regularizer-Free Retinex network</a:t>
            </a:r>
            <a:r>
              <a:rPr lang="zh-CN" altLang="en-US"/>
              <a:t>），端到端地提取反射和光照特征（而非图像），并通过合成模块生成增强图像。</a:t>
            </a:r>
            <a:endParaRPr lang="zh-CN" altLang="en-US"/>
          </a:p>
          <a:p>
            <a:r>
              <a:rPr lang="en-US" altLang="zh-CN"/>
              <a:t>2.</a:t>
            </a:r>
            <a:r>
              <a:rPr lang="zh-CN" altLang="en-US"/>
              <a:t>提出两种训练策略：</a:t>
            </a:r>
            <a:endParaRPr lang="zh-CN" altLang="en-US"/>
          </a:p>
          <a:p>
            <a:r>
              <a:rPr lang="zh-CN" altLang="en-US" b="1"/>
              <a:t>对比学习</a:t>
            </a:r>
            <a:r>
              <a:rPr lang="zh-CN" altLang="en-US"/>
              <a:t>：使用改进的损失函数</a:t>
            </a:r>
            <a:r>
              <a:rPr lang="en-US" altLang="zh-CN"/>
              <a:t> WNT-Xent Loss</a:t>
            </a:r>
            <a:r>
              <a:rPr lang="zh-CN" altLang="en-US"/>
              <a:t>，考虑负样本相似性，避免将相似场景误判为负样本。</a:t>
            </a:r>
            <a:endParaRPr lang="zh-CN" altLang="en-US"/>
          </a:p>
          <a:p>
            <a:r>
              <a:rPr lang="zh-CN" altLang="en-US" b="1"/>
              <a:t>自知识蒸馏</a:t>
            </a:r>
            <a:r>
              <a:rPr lang="zh-CN" altLang="en-US"/>
              <a:t>：使用渐进式学习策略，逐步增加低光图像比例，帮助学生网络更好地学习教师网络的知识。</a:t>
            </a:r>
            <a:endParaRPr lang="zh-CN" altLang="en-US"/>
          </a:p>
          <a:p>
            <a:r>
              <a:rPr lang="en-US" altLang="zh-CN"/>
              <a:t>3.</a:t>
            </a:r>
            <a:r>
              <a:rPr lang="zh-CN" altLang="en-US"/>
              <a:t>提出合成模块（</a:t>
            </a:r>
            <a:r>
              <a:rPr lang="en-US" altLang="zh-CN"/>
              <a:t>Synthesis Module</a:t>
            </a:r>
            <a:r>
              <a:rPr lang="zh-CN" altLang="en-US"/>
              <a:t>）：</a:t>
            </a:r>
            <a:endParaRPr lang="zh-CN" altLang="en-US"/>
          </a:p>
          <a:p>
            <a:r>
              <a:rPr lang="zh-CN" altLang="en-US"/>
              <a:t>替代传统的逐元素相乘，通过神经网络合成反射和光照特征，减少噪声和伪影的放大。</a:t>
            </a:r>
            <a:endParaRPr lang="zh-CN" altLang="en-US"/>
          </a:p>
        </p:txBody>
      </p:sp>
    </p:spTree>
    <p:custDataLst>
      <p:tags r:id="rId2"/>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标题 6"/>
          <p:cNvSpPr>
            <a:spLocks noGrp="1"/>
          </p:cNvSpPr>
          <p:nvPr>
            <p:ph type="title"/>
            <p:custDataLst>
              <p:tags r:id="rId1"/>
            </p:custDataLst>
          </p:nvPr>
        </p:nvSpPr>
        <p:spPr>
          <a:xfrm>
            <a:off x="968375" y="1386840"/>
            <a:ext cx="10146030" cy="4084320"/>
          </a:xfrm>
        </p:spPr>
        <p:txBody>
          <a:bodyPr vert="horz" lIns="91440" tIns="45720" rIns="91440" bIns="45720" rtlCol="0" anchor="ctr">
            <a:normAutofit fontScale="90000"/>
          </a:bodyPr>
          <a:lstStyle/>
          <a:p>
            <a:pPr lvl="0" algn="l">
              <a:buClrTx/>
              <a:buSzTx/>
              <a:buFontTx/>
            </a:pPr>
            <a:r>
              <a:rPr lang="zh-CN" altLang="en-US">
                <a:sym typeface="+mn-ea"/>
              </a:rPr>
              <a:t>结论：</a:t>
            </a:r>
            <a:br>
              <a:rPr lang="zh-CN" altLang="en-US">
                <a:sym typeface="+mn-ea"/>
              </a:rPr>
            </a:br>
            <a:br>
              <a:rPr lang="zh-CN" altLang="en-US">
                <a:sym typeface="+mn-ea"/>
              </a:rPr>
            </a:br>
            <a:r>
              <a:rPr lang="zh-CN" altLang="en-US">
                <a:sym typeface="+mn-ea"/>
              </a:rPr>
              <a:t>无需手工先验或正则项，仅依靠</a:t>
            </a:r>
            <a:r>
              <a:rPr lang="en-US" altLang="zh-CN">
                <a:sym typeface="+mn-ea"/>
              </a:rPr>
              <a:t>Retinex</a:t>
            </a:r>
            <a:r>
              <a:rPr lang="zh-CN" altLang="en-US">
                <a:sym typeface="+mn-ea"/>
              </a:rPr>
              <a:t>理论的基本假设，即可实现高质量的低光图像增强。</a:t>
            </a:r>
            <a:br>
              <a:rPr lang="zh-CN" altLang="en-US">
                <a:sym typeface="+mn-ea"/>
              </a:rPr>
            </a:br>
            <a:br>
              <a:rPr lang="en-US" altLang="zh-CN">
                <a:sym typeface="+mn-ea"/>
              </a:rPr>
            </a:br>
            <a:r>
              <a:rPr lang="zh-CN" altLang="en-US">
                <a:sym typeface="+mn-ea"/>
              </a:rPr>
              <a:t>提出的对比学习和自知识蒸馏方法有效提升了反射和光照特征的质量。</a:t>
            </a:r>
            <a:br>
              <a:rPr lang="zh-CN" altLang="en-US">
                <a:sym typeface="+mn-ea"/>
              </a:rPr>
            </a:br>
            <a:br>
              <a:rPr lang="en-US" altLang="zh-CN">
                <a:sym typeface="+mn-ea"/>
              </a:rPr>
            </a:br>
            <a:r>
              <a:rPr lang="en-US" altLang="zh-CN">
                <a:sym typeface="+mn-ea"/>
              </a:rPr>
              <a:t>RFR</a:t>
            </a:r>
            <a:r>
              <a:rPr lang="zh-CN" altLang="en-US">
                <a:sym typeface="+mn-ea"/>
              </a:rPr>
              <a:t>网络在多个数据集上表现出优异的性能和泛化能力。</a:t>
            </a:r>
            <a:endParaRPr lang="zh-CN" altLang="en-US">
              <a:sym typeface="+mn-ea"/>
            </a:endParaRPr>
          </a:p>
        </p:txBody>
      </p:sp>
    </p:spTree>
    <p:custDataLst>
      <p:tags r:id="rId2"/>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915670" y="416560"/>
            <a:ext cx="6231255" cy="1857375"/>
          </a:xfrm>
          <a:prstGeom prst="rect">
            <a:avLst/>
          </a:prstGeom>
        </p:spPr>
      </p:pic>
      <p:sp>
        <p:nvSpPr>
          <p:cNvPr id="8" name="文本框 7"/>
          <p:cNvSpPr txBox="1"/>
          <p:nvPr/>
        </p:nvSpPr>
        <p:spPr>
          <a:xfrm>
            <a:off x="551180" y="2569845"/>
            <a:ext cx="6094095" cy="2584450"/>
          </a:xfrm>
          <a:prstGeom prst="rect">
            <a:avLst/>
          </a:prstGeom>
          <a:noFill/>
        </p:spPr>
        <p:txBody>
          <a:bodyPr wrap="square" rtlCol="0">
            <a:spAutoFit/>
          </a:bodyPr>
          <a:p>
            <a:r>
              <a:rPr lang="zh-CN" altLang="en-US"/>
              <a:t>研究的主要</a:t>
            </a:r>
            <a:r>
              <a:rPr lang="zh-CN" altLang="en-US"/>
              <a:t>问题：</a:t>
            </a:r>
            <a:endParaRPr lang="zh-CN" altLang="en-US"/>
          </a:p>
          <a:p>
            <a:r>
              <a:rPr lang="zh-CN" altLang="en-US" b="1"/>
              <a:t>低光图像增强（</a:t>
            </a:r>
            <a:r>
              <a:rPr lang="en-US" altLang="zh-CN" b="1"/>
              <a:t>LIE</a:t>
            </a:r>
            <a:r>
              <a:rPr lang="zh-CN" altLang="en-US" b="1"/>
              <a:t>）</a:t>
            </a:r>
            <a:r>
              <a:rPr lang="zh-CN" altLang="en-US"/>
              <a:t>旨在提升低光条件下拍摄图像的对比度和细节。</a:t>
            </a:r>
            <a:endParaRPr lang="zh-CN" altLang="en-US"/>
          </a:p>
          <a:p>
            <a:endParaRPr lang="en-US" altLang="zh-CN"/>
          </a:p>
          <a:p>
            <a:r>
              <a:rPr lang="zh-CN" altLang="en-US"/>
              <a:t>传统方法（如直方图均衡、</a:t>
            </a:r>
            <a:r>
              <a:rPr lang="en-US" altLang="zh-CN"/>
              <a:t>Retinex</a:t>
            </a:r>
            <a:r>
              <a:rPr lang="zh-CN" altLang="en-US"/>
              <a:t>理论）依赖手工设计的先验，适应性差，难以应对复杂场景。</a:t>
            </a:r>
            <a:endParaRPr lang="zh-CN" altLang="en-US"/>
          </a:p>
          <a:p>
            <a:endParaRPr lang="en-US" altLang="zh-CN"/>
          </a:p>
          <a:p>
            <a:r>
              <a:rPr lang="zh-CN" altLang="en-US"/>
              <a:t>有监督方法需要低光</a:t>
            </a:r>
            <a:r>
              <a:rPr lang="en-US" altLang="zh-CN"/>
              <a:t>-</a:t>
            </a:r>
            <a:r>
              <a:rPr lang="zh-CN" altLang="en-US"/>
              <a:t>正常光图像对，数据获取成本高；无监督方法依赖单张图像，信息有限，性能受限。</a:t>
            </a:r>
            <a:endParaRPr lang="zh-CN" altLang="en-US"/>
          </a:p>
        </p:txBody>
      </p:sp>
      <p:sp>
        <p:nvSpPr>
          <p:cNvPr id="3" name="文本框 2"/>
          <p:cNvSpPr txBox="1"/>
          <p:nvPr/>
        </p:nvSpPr>
        <p:spPr>
          <a:xfrm>
            <a:off x="7376795" y="868045"/>
            <a:ext cx="4237355" cy="5487035"/>
          </a:xfrm>
          <a:prstGeom prst="rect">
            <a:avLst/>
          </a:prstGeom>
          <a:noFill/>
        </p:spPr>
        <p:txBody>
          <a:bodyPr wrap="square" rtlCol="0">
            <a:noAutofit/>
          </a:bodyPr>
          <a:p>
            <a:r>
              <a:rPr lang="zh-CN" altLang="en-US"/>
              <a:t>核心</a:t>
            </a:r>
            <a:r>
              <a:rPr lang="zh-CN" altLang="en-US"/>
              <a:t>贡献：</a:t>
            </a:r>
            <a:endParaRPr lang="zh-CN" altLang="en-US"/>
          </a:p>
          <a:p>
            <a:endParaRPr lang="zh-CN" altLang="en-US"/>
          </a:p>
          <a:p>
            <a:r>
              <a:rPr lang="en-US" altLang="zh-CN"/>
              <a:t>1.</a:t>
            </a:r>
            <a:r>
              <a:rPr lang="zh-CN" altLang="en-US"/>
              <a:t>提出</a:t>
            </a:r>
            <a:r>
              <a:rPr lang="en-US" altLang="zh-CN"/>
              <a:t>PairLIE</a:t>
            </a:r>
            <a:r>
              <a:rPr lang="zh-CN" altLang="en-US"/>
              <a:t>方法：一种无监督的低光图像增强方法，利用成对低光图像（非正常光参考）进行训练，减少对手工先验的依赖。</a:t>
            </a:r>
            <a:endParaRPr lang="zh-CN" altLang="en-US"/>
          </a:p>
          <a:p>
            <a:r>
              <a:rPr lang="en-US" altLang="zh-CN"/>
              <a:t>2.</a:t>
            </a:r>
            <a:r>
              <a:rPr lang="zh-CN" altLang="en-US"/>
              <a:t>基于</a:t>
            </a:r>
            <a:r>
              <a:rPr lang="en-US" altLang="zh-CN"/>
              <a:t>Retinex</a:t>
            </a:r>
            <a:r>
              <a:rPr lang="zh-CN" altLang="en-US"/>
              <a:t>理论的分解：将图像分解为光照（</a:t>
            </a:r>
            <a:r>
              <a:rPr lang="en-US" altLang="zh-CN"/>
              <a:t>Illumination</a:t>
            </a:r>
            <a:r>
              <a:rPr lang="zh-CN" altLang="en-US"/>
              <a:t>）和反射（</a:t>
            </a:r>
            <a:r>
              <a:rPr lang="en-US" altLang="zh-CN"/>
              <a:t>Reflectance</a:t>
            </a:r>
            <a:r>
              <a:rPr lang="zh-CN" altLang="en-US"/>
              <a:t>）分量，利用图像对之间的反射一致性作为自适应先验。</a:t>
            </a:r>
            <a:endParaRPr lang="zh-CN" altLang="en-US"/>
          </a:p>
          <a:p>
            <a:r>
              <a:rPr lang="en-US" altLang="zh-CN"/>
              <a:t>3.</a:t>
            </a:r>
            <a:r>
              <a:rPr lang="zh-CN" altLang="en-US"/>
              <a:t>引入</a:t>
            </a:r>
            <a:r>
              <a:rPr lang="en-US" altLang="zh-CN"/>
              <a:t>P-Net</a:t>
            </a:r>
            <a:r>
              <a:rPr lang="zh-CN" altLang="en-US"/>
              <a:t>进行特征投影：通过自监督机制去除原始图像中不适合</a:t>
            </a:r>
            <a:r>
              <a:rPr lang="en-US" altLang="zh-CN"/>
              <a:t>Retinex</a:t>
            </a:r>
            <a:r>
              <a:rPr lang="zh-CN" altLang="en-US"/>
              <a:t>分解的特征（如噪声），提升分解质量。</a:t>
            </a:r>
            <a:endParaRPr lang="zh-CN" altLang="en-US"/>
          </a:p>
          <a:p>
            <a:r>
              <a:rPr lang="en-US" altLang="zh-CN"/>
              <a:t>4.</a:t>
            </a:r>
            <a:r>
              <a:rPr lang="zh-CN" altLang="en-US"/>
              <a:t>简单而有效的网络结构：使用轻量级的</a:t>
            </a:r>
            <a:r>
              <a:rPr lang="en-US" altLang="zh-CN"/>
              <a:t>L-Net</a:t>
            </a:r>
            <a:r>
              <a:rPr lang="zh-CN" altLang="en-US"/>
              <a:t>（估计光照分量</a:t>
            </a:r>
            <a:r>
              <a:rPr lang="en-US" altLang="zh-CN"/>
              <a:t>-</a:t>
            </a:r>
            <a:r>
              <a:rPr lang="zh-CN" altLang="en-US"/>
              <a:t>单通道）、</a:t>
            </a:r>
            <a:r>
              <a:rPr lang="en-US" altLang="zh-CN"/>
              <a:t>R-Net</a:t>
            </a:r>
            <a:r>
              <a:rPr lang="zh-CN" altLang="en-US"/>
              <a:t>（估计反射分量</a:t>
            </a:r>
            <a:r>
              <a:rPr lang="en-US" altLang="zh-CN"/>
              <a:t>-</a:t>
            </a:r>
            <a:r>
              <a:rPr lang="zh-CN" altLang="en-US"/>
              <a:t>三通道）和</a:t>
            </a:r>
            <a:r>
              <a:rPr lang="en-US" altLang="zh-CN"/>
              <a:t>P-Net</a:t>
            </a:r>
            <a:r>
              <a:rPr lang="zh-CN" altLang="en-US"/>
              <a:t>（去除不适宜特征，输出更适合</a:t>
            </a:r>
            <a:r>
              <a:rPr lang="en-US" altLang="zh-CN"/>
              <a:t>Retinex</a:t>
            </a:r>
            <a:r>
              <a:rPr lang="zh-CN" altLang="en-US"/>
              <a:t>分解的图像</a:t>
            </a:r>
            <a:r>
              <a:rPr lang="zh-CN" altLang="en-US"/>
              <a:t>），无需复杂结构即可达到先进性能。</a:t>
            </a:r>
            <a:endParaRPr lang="zh-CN" altLang="en-US"/>
          </a:p>
        </p:txBody>
      </p:sp>
    </p:spTree>
    <p:custDataLst>
      <p:tags r:id="rId2"/>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标题 6"/>
          <p:cNvSpPr>
            <a:spLocks noGrp="1"/>
          </p:cNvSpPr>
          <p:nvPr>
            <p:ph type="title"/>
            <p:custDataLst>
              <p:tags r:id="rId1"/>
            </p:custDataLst>
          </p:nvPr>
        </p:nvSpPr>
        <p:spPr>
          <a:xfrm>
            <a:off x="1371600" y="1631315"/>
            <a:ext cx="9906635" cy="3595370"/>
          </a:xfrm>
        </p:spPr>
        <p:txBody>
          <a:bodyPr vert="horz" lIns="91440" tIns="45720" rIns="91440" bIns="45720" rtlCol="0" anchor="ctr">
            <a:normAutofit fontScale="90000"/>
          </a:bodyPr>
          <a:lstStyle/>
          <a:p>
            <a:pPr lvl="0" algn="l">
              <a:buClrTx/>
              <a:buSzTx/>
              <a:buFontTx/>
            </a:pPr>
            <a:r>
              <a:rPr lang="zh-CN" altLang="en-US">
                <a:sym typeface="+mn-ea"/>
              </a:rPr>
              <a:t>数据集：在</a:t>
            </a:r>
            <a:r>
              <a:rPr lang="en-US" altLang="zh-CN">
                <a:sym typeface="+mn-ea"/>
              </a:rPr>
              <a:t>LOL</a:t>
            </a:r>
            <a:r>
              <a:rPr lang="zh-CN" altLang="en-US">
                <a:sym typeface="+mn-ea"/>
              </a:rPr>
              <a:t>和</a:t>
            </a:r>
            <a:r>
              <a:rPr lang="en-US" altLang="zh-CN">
                <a:sym typeface="+mn-ea"/>
              </a:rPr>
              <a:t>SICE</a:t>
            </a:r>
            <a:r>
              <a:rPr lang="zh-CN" altLang="en-US">
                <a:sym typeface="+mn-ea"/>
              </a:rPr>
              <a:t>数据集上进行定量评估，在</a:t>
            </a:r>
            <a:r>
              <a:rPr lang="en-US" altLang="zh-CN">
                <a:sym typeface="+mn-ea"/>
              </a:rPr>
              <a:t>MEF</a:t>
            </a:r>
            <a:r>
              <a:rPr lang="zh-CN" altLang="en-US">
                <a:sym typeface="+mn-ea"/>
              </a:rPr>
              <a:t>等数据集上进行定性比较。</a:t>
            </a:r>
            <a:br>
              <a:rPr lang="zh-CN" altLang="en-US">
                <a:sym typeface="+mn-ea"/>
              </a:rPr>
            </a:br>
            <a:r>
              <a:rPr lang="zh-CN" altLang="en-US">
                <a:sym typeface="+mn-ea"/>
              </a:rPr>
              <a:t>评价指标：</a:t>
            </a:r>
            <a:r>
              <a:rPr lang="en-US" altLang="zh-CN">
                <a:sym typeface="+mn-ea"/>
              </a:rPr>
              <a:t>PSNR</a:t>
            </a:r>
            <a:r>
              <a:rPr lang="zh-CN" altLang="en-US">
                <a:sym typeface="+mn-ea"/>
              </a:rPr>
              <a:t>、</a:t>
            </a:r>
            <a:r>
              <a:rPr lang="en-US" altLang="zh-CN">
                <a:sym typeface="+mn-ea"/>
              </a:rPr>
              <a:t>SSIM</a:t>
            </a:r>
            <a:r>
              <a:rPr lang="zh-CN" altLang="en-US">
                <a:sym typeface="+mn-ea"/>
              </a:rPr>
              <a:t>、</a:t>
            </a:r>
            <a:r>
              <a:rPr lang="en-US" altLang="zh-CN">
                <a:sym typeface="+mn-ea"/>
              </a:rPr>
              <a:t>LPIPS</a:t>
            </a:r>
            <a:r>
              <a:rPr lang="zh-CN" altLang="en-US">
                <a:sym typeface="+mn-ea"/>
              </a:rPr>
              <a:t>、</a:t>
            </a:r>
            <a:r>
              <a:rPr lang="en-US" altLang="zh-CN">
                <a:sym typeface="+mn-ea"/>
              </a:rPr>
              <a:t>DeltaE</a:t>
            </a:r>
            <a:r>
              <a:rPr lang="zh-CN" altLang="en-US">
                <a:sym typeface="+mn-ea"/>
              </a:rPr>
              <a:t>等。</a:t>
            </a:r>
            <a:br>
              <a:rPr lang="zh-CN" altLang="en-US">
                <a:sym typeface="+mn-ea"/>
              </a:rPr>
            </a:br>
            <a:r>
              <a:rPr lang="zh-CN" altLang="en-US">
                <a:sym typeface="+mn-ea"/>
              </a:rPr>
              <a:t>对比方法：包括传统方法、有监督方法和无监督方法共</a:t>
            </a:r>
            <a:r>
              <a:rPr lang="en-US" altLang="zh-CN">
                <a:sym typeface="+mn-ea"/>
              </a:rPr>
              <a:t>13</a:t>
            </a:r>
            <a:r>
              <a:rPr lang="zh-CN" altLang="en-US">
                <a:sym typeface="+mn-ea"/>
              </a:rPr>
              <a:t>种。</a:t>
            </a:r>
            <a:br>
              <a:rPr lang="zh-CN" altLang="en-US">
                <a:sym typeface="+mn-ea"/>
              </a:rPr>
            </a:br>
            <a:r>
              <a:rPr lang="zh-CN" altLang="en-US">
                <a:sym typeface="+mn-ea"/>
              </a:rPr>
              <a:t>结果：</a:t>
            </a:r>
            <a:br>
              <a:rPr lang="zh-CN" altLang="en-US">
                <a:sym typeface="+mn-ea"/>
              </a:rPr>
            </a:br>
            <a:r>
              <a:rPr lang="en-US" altLang="zh-CN">
                <a:sym typeface="+mn-ea"/>
              </a:rPr>
              <a:t>PairLIE</a:t>
            </a:r>
            <a:r>
              <a:rPr lang="zh-CN" altLang="en-US">
                <a:sym typeface="+mn-ea"/>
              </a:rPr>
              <a:t>在无监督方法中表现最佳，与有监督方法竞争力相当。</a:t>
            </a:r>
            <a:br>
              <a:rPr lang="zh-CN" altLang="en-US">
                <a:sym typeface="+mn-ea"/>
              </a:rPr>
            </a:br>
            <a:r>
              <a:rPr lang="zh-CN" altLang="en-US">
                <a:sym typeface="+mn-ea"/>
              </a:rPr>
              <a:t>视觉上具有良好的亮度、颜色、对比度和自然度，噪声抑制效果显著。</a:t>
            </a:r>
            <a:endParaRPr lang="zh-CN" altLang="en-US">
              <a:sym typeface="+mn-ea"/>
            </a:endParaRPr>
          </a:p>
        </p:txBody>
      </p:sp>
    </p:spTree>
    <p:custDataLst>
      <p:tags r:id="rId2"/>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612140" y="495300"/>
            <a:ext cx="5808345" cy="2628265"/>
          </a:xfrm>
          <a:prstGeom prst="rect">
            <a:avLst/>
          </a:prstGeom>
        </p:spPr>
      </p:pic>
      <p:pic>
        <p:nvPicPr>
          <p:cNvPr id="2" name="图片 1"/>
          <p:cNvPicPr>
            <a:picLocks noChangeAspect="1"/>
          </p:cNvPicPr>
          <p:nvPr/>
        </p:nvPicPr>
        <p:blipFill>
          <a:blip r:embed="rId2"/>
          <a:stretch>
            <a:fillRect/>
          </a:stretch>
        </p:blipFill>
        <p:spPr>
          <a:xfrm>
            <a:off x="5321300" y="3529965"/>
            <a:ext cx="6416040" cy="2874645"/>
          </a:xfrm>
          <a:prstGeom prst="rect">
            <a:avLst/>
          </a:prstGeom>
        </p:spPr>
      </p:pic>
      <p:pic>
        <p:nvPicPr>
          <p:cNvPr id="4" name="图片 3"/>
          <p:cNvPicPr>
            <a:picLocks noChangeAspect="1"/>
          </p:cNvPicPr>
          <p:nvPr/>
        </p:nvPicPr>
        <p:blipFill>
          <a:blip r:embed="rId3"/>
          <a:stretch>
            <a:fillRect/>
          </a:stretch>
        </p:blipFill>
        <p:spPr>
          <a:xfrm>
            <a:off x="400685" y="3239135"/>
            <a:ext cx="4693285" cy="3165475"/>
          </a:xfrm>
          <a:prstGeom prst="rect">
            <a:avLst/>
          </a:prstGeom>
        </p:spPr>
      </p:pic>
      <p:pic>
        <p:nvPicPr>
          <p:cNvPr id="5" name="图片 4"/>
          <p:cNvPicPr>
            <a:picLocks noChangeAspect="1"/>
          </p:cNvPicPr>
          <p:nvPr/>
        </p:nvPicPr>
        <p:blipFill>
          <a:blip r:embed="rId4"/>
          <a:stretch>
            <a:fillRect/>
          </a:stretch>
        </p:blipFill>
        <p:spPr>
          <a:xfrm>
            <a:off x="6588125" y="305435"/>
            <a:ext cx="5149215" cy="3007995"/>
          </a:xfrm>
          <a:prstGeom prst="rect">
            <a:avLst/>
          </a:prstGeom>
        </p:spPr>
      </p:pic>
    </p:spTree>
    <p:custDataLst>
      <p:tags r:id="rId5"/>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TYPE" val="i"/>
  <p:tag name="KSO_WM_UNIT_INDEX" val="1"/>
  <p:tag name="KSO_WM_BEAUTIFY_FLAG" val="#wm#"/>
  <p:tag name="KSO_WM_TAG_VERSION" val="3.0"/>
  <p:tag name="KSO_WM_UNIT_ID" val="_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4.xml><?xml version="1.0" encoding="utf-8"?>
<p:tagLst xmlns:p="http://schemas.openxmlformats.org/presentationml/2006/main">
  <p:tag name="KSO_WM_UNIT_TYPE" val="i"/>
  <p:tag name="KSO_WM_UNIT_INDEX" val="10"/>
  <p:tag name="KSO_WM_BEAUTIFY_FLAG" val="#wm#"/>
  <p:tag name="KSO_WM_TAG_VERSION" val="3.0"/>
  <p:tag name="KSO_WM_UNIT_ID" val="_1*i*1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5.xml><?xml version="1.0" encoding="utf-8"?>
<p:tagLst xmlns:p="http://schemas.openxmlformats.org/presentationml/2006/main">
  <p:tag name="KSO_WM_UNIT_TYPE" val="i"/>
  <p:tag name="KSO_WM_UNIT_INDEX" val="3"/>
  <p:tag name="KSO_WM_BEAUTIFY_FLAG" val="#wm#"/>
  <p:tag name="KSO_WM_TAG_VERSION" val="3.0"/>
  <p:tag name="KSO_WM_UNIT_ID" val="_1*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6.xml><?xml version="1.0" encoding="utf-8"?>
<p:tagLst xmlns:p="http://schemas.openxmlformats.org/presentationml/2006/main">
  <p:tag name="KSO_WM_UNIT_TYPE" val="i"/>
  <p:tag name="KSO_WM_UNIT_INDEX" val="12"/>
  <p:tag name="KSO_WM_BEAUTIFY_FLAG" val="#wm#"/>
  <p:tag name="KSO_WM_TAG_VERSION" val="3.0"/>
  <p:tag name="KSO_WM_UNIT_ID" val="_1*i*1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7.xml><?xml version="1.0" encoding="utf-8"?>
<p:tagLst xmlns:p="http://schemas.openxmlformats.org/presentationml/2006/main">
  <p:tag name="KSO_WM_UNIT_TYPE" val="i"/>
  <p:tag name="KSO_WM_UNIT_INDEX" val="5"/>
  <p:tag name="KSO_WM_BEAUTIFY_FLAG" val="#wm#"/>
  <p:tag name="KSO_WM_TAG_VERSION" val="3.0"/>
  <p:tag name="KSO_WM_UNIT_ID" val="_1*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8.xml><?xml version="1.0" encoding="utf-8"?>
<p:tagLst xmlns:p="http://schemas.openxmlformats.org/presentationml/2006/main">
  <p:tag name="KSO_WM_UNIT_TYPE" val="i"/>
  <p:tag name="KSO_WM_UNIT_INDEX" val="14"/>
  <p:tag name="KSO_WM_BEAUTIFY_FLAG" val="#wm#"/>
  <p:tag name="KSO_WM_TAG_VERSION" val="3.0"/>
  <p:tag name="KSO_WM_UNIT_ID" val="_1*i*1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9.xml><?xml version="1.0" encoding="utf-8"?>
<p:tagLst xmlns:p="http://schemas.openxmlformats.org/presentationml/2006/main">
  <p:tag name="KSO_WM_UNIT_TYPE" val="i"/>
  <p:tag name="KSO_WM_UNIT_INDEX" val="7"/>
  <p:tag name="KSO_WM_BEAUTIFY_FLAG" val="#wm#"/>
  <p:tag name="KSO_WM_TAG_VERSION" val="3.0"/>
  <p:tag name="KSO_WM_UNIT_ID" val="_1*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0.xml><?xml version="1.0" encoding="utf-8"?>
<p:tagLst xmlns:p="http://schemas.openxmlformats.org/presentationml/2006/main">
  <p:tag name="KSO_WM_UNIT_TYPE" val="i"/>
  <p:tag name="KSO_WM_UNIT_INDEX" val="2"/>
  <p:tag name="KSO_WM_BEAUTIFY_FLAG" val="#wm#"/>
  <p:tag name="KSO_WM_TAG_VERSION" val="3.0"/>
  <p:tag name="KSO_WM_UNIT_ID" val="_1*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1.xml><?xml version="1.0" encoding="utf-8"?>
<p:tagLst xmlns:p="http://schemas.openxmlformats.org/presentationml/2006/main">
  <p:tag name="KSO_WM_UNIT_TYPE" val="i"/>
  <p:tag name="KSO_WM_UNIT_INDEX" val="11"/>
  <p:tag name="KSO_WM_BEAUTIFY_FLAG" val="#wm#"/>
  <p:tag name="KSO_WM_TAG_VERSION" val="3.0"/>
  <p:tag name="KSO_WM_UNIT_ID" val="_1*i*1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2.xml><?xml version="1.0" encoding="utf-8"?>
<p:tagLst xmlns:p="http://schemas.openxmlformats.org/presentationml/2006/main">
  <p:tag name="KSO_WM_UNIT_TYPE" val="i"/>
  <p:tag name="KSO_WM_UNIT_INDEX" val="4"/>
  <p:tag name="KSO_WM_BEAUTIFY_FLAG" val="#wm#"/>
  <p:tag name="KSO_WM_TAG_VERSION" val="3.0"/>
  <p:tag name="KSO_WM_UNIT_ID" val="_1*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3.xml><?xml version="1.0" encoding="utf-8"?>
<p:tagLst xmlns:p="http://schemas.openxmlformats.org/presentationml/2006/main">
  <p:tag name="KSO_WM_UNIT_TYPE" val="i"/>
  <p:tag name="KSO_WM_UNIT_INDEX" val="13"/>
  <p:tag name="KSO_WM_BEAUTIFY_FLAG" val="#wm#"/>
  <p:tag name="KSO_WM_TAG_VERSION" val="3.0"/>
  <p:tag name="KSO_WM_UNIT_ID" val="_1*i*1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4.xml><?xml version="1.0" encoding="utf-8"?>
<p:tagLst xmlns:p="http://schemas.openxmlformats.org/presentationml/2006/main">
  <p:tag name="KSO_WM_UNIT_TYPE" val="i"/>
  <p:tag name="KSO_WM_UNIT_INDEX" val="6"/>
  <p:tag name="KSO_WM_BEAUTIFY_FLAG" val="#wm#"/>
  <p:tag name="KSO_WM_TAG_VERSION" val="3.0"/>
  <p:tag name="KSO_WM_UNIT_ID" val="_1*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5.xml><?xml version="1.0" encoding="utf-8"?>
<p:tagLst xmlns:p="http://schemas.openxmlformats.org/presentationml/2006/main">
  <p:tag name="KSO_WM_UNIT_TYPE" val="i"/>
  <p:tag name="KSO_WM_UNIT_INDEX" val="15"/>
  <p:tag name="KSO_WM_BEAUTIFY_FLAG" val="#wm#"/>
  <p:tag name="KSO_WM_TAG_VERSION" val="3.0"/>
  <p:tag name="KSO_WM_UNIT_ID" val="_1*i*1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6.xml><?xml version="1.0" encoding="utf-8"?>
<p:tagLst xmlns:p="http://schemas.openxmlformats.org/presentationml/2006/main">
  <p:tag name="KSO_WM_UNIT_TYPE" val="i"/>
  <p:tag name="KSO_WM_UNIT_INDEX" val="8"/>
  <p:tag name="KSO_WM_BEAUTIFY_FLAG" val="#wm#"/>
  <p:tag name="KSO_WM_TAG_VERSION" val="3.0"/>
  <p:tag name="KSO_WM_UNIT_ID" val="_1*i*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7.xml><?xml version="1.0" encoding="utf-8"?>
<p:tagLst xmlns:p="http://schemas.openxmlformats.org/presentationml/2006/main">
  <p:tag name="KSO_WM_UNIT_TYPE" val="i"/>
  <p:tag name="KSO_WM_UNIT_INDEX" val="17"/>
  <p:tag name="KSO_WM_BEAUTIFY_FLAG" val="#wm#"/>
  <p:tag name="KSO_WM_TAG_VERSION" val="3.0"/>
  <p:tag name="KSO_WM_UNIT_ID" val="_1*i*1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8.xml><?xml version="1.0" encoding="utf-8"?>
<p:tagLst xmlns:p="http://schemas.openxmlformats.org/presentationml/2006/main">
  <p:tag name="KSO_WM_UNIT_TYPE" val="i"/>
  <p:tag name="KSO_WM_UNIT_INDEX" val="9"/>
  <p:tag name="KSO_WM_BEAUTIFY_FLAG" val="#wm#"/>
  <p:tag name="KSO_WM_TAG_VERSION" val="3.0"/>
  <p:tag name="KSO_WM_UNIT_ID" val="_1*i*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9.xml><?xml version="1.0" encoding="utf-8"?>
<p:tagLst xmlns:p="http://schemas.openxmlformats.org/presentationml/2006/main">
  <p:tag name="KSO_WM_UNIT_TYPE" val="i"/>
  <p:tag name="KSO_WM_UNIT_INDEX" val="18"/>
  <p:tag name="KSO_WM_BEAUTIFY_FLAG" val="#wm#"/>
  <p:tag name="KSO_WM_TAG_VERSION" val="3.0"/>
  <p:tag name="KSO_WM_UNIT_ID" val="_1*i*1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0.xml><?xml version="1.0" encoding="utf-8"?>
<p:tagLst xmlns:p="http://schemas.openxmlformats.org/presentationml/2006/main">
  <p:tag name="KSO_WM_UNIT_TYPE" val="i"/>
  <p:tag name="KSO_WM_UNIT_INDEX" val="16"/>
  <p:tag name="KSO_WM_BEAUTIFY_FLAG" val="#wm#"/>
  <p:tag name="KSO_WM_TAG_VERSION" val="3.0"/>
  <p:tag name="KSO_WM_UNIT_ID" val="_1*i*1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1.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82.xml><?xml version="1.0" encoding="utf-8"?>
<p:tagLst xmlns:p="http://schemas.openxmlformats.org/presentationml/2006/main">
  <p:tag name="KSO_WM_UNIT_TYPE" val="f"/>
  <p:tag name="KSO_WM_UNIT_SUBTYPE" val="c"/>
  <p:tag name="KSO_WM_UNIT_INDEX" val="2"/>
  <p:tag name="KSO_WM_BEAUTIFY_FLAG" val="#wm#"/>
  <p:tag name="KSO_WM_TAG_VERSION" val="3.0"/>
  <p:tag name="KSO_WM_UNIT_PRESET_TEXT" val="日期时间"/>
  <p:tag name="KSO_WM_UNIT_ID" val="_1*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Lst>
</file>

<file path=ppt/tags/tag83.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PRESET_TEXT" val="署名"/>
  <p:tag name="KSO_WM_UNIT_ID" val="_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Lst>
</file>

<file path=ppt/tags/tag84.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5.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6.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7.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Lst>
</file>

<file path=ppt/tags/tag88.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2*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89.xml><?xml version="1.0" encoding="utf-8"?>
<p:tagLst xmlns:p="http://schemas.openxmlformats.org/presentationml/2006/main">
  <p:tag name="KSO_WM_UNIT_TYPE" val="i"/>
  <p:tag name="KSO_WM_UNIT_INDEX" val="1"/>
  <p:tag name="KSO_WM_BEAUTIFY_FLAG" val="#wm#"/>
  <p:tag name="KSO_WM_TAG_VERSION" val="3.0"/>
  <p:tag name="KSO_WM_UNIT_ID" val="_3*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0.xml><?xml version="1.0" encoding="utf-8"?>
<p:tagLst xmlns:p="http://schemas.openxmlformats.org/presentationml/2006/main">
  <p:tag name="KSO_WM_UNIT_TYPE" val="i"/>
  <p:tag name="KSO_WM_UNIT_INDEX" val="7"/>
  <p:tag name="KSO_WM_BEAUTIFY_FLAG" val="#wm#"/>
  <p:tag name="KSO_WM_TAG_VERSION" val="3.0"/>
  <p:tag name="KSO_WM_UNIT_ID" val="_3*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1.xml><?xml version="1.0" encoding="utf-8"?>
<p:tagLst xmlns:p="http://schemas.openxmlformats.org/presentationml/2006/main">
  <p:tag name="KSO_WM_UNIT_TYPE" val="i"/>
  <p:tag name="KSO_WM_UNIT_INDEX" val="2"/>
  <p:tag name="KSO_WM_BEAUTIFY_FLAG" val="#wm#"/>
  <p:tag name="KSO_WM_TAG_VERSION" val="3.0"/>
  <p:tag name="KSO_WM_UNIT_ID" val="_3*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2.xml><?xml version="1.0" encoding="utf-8"?>
<p:tagLst xmlns:p="http://schemas.openxmlformats.org/presentationml/2006/main">
  <p:tag name="KSO_WM_UNIT_TYPE" val="i"/>
  <p:tag name="KSO_WM_UNIT_INDEX" val="8"/>
  <p:tag name="KSO_WM_BEAUTIFY_FLAG" val="#wm#"/>
  <p:tag name="KSO_WM_TAG_VERSION" val="3.0"/>
  <p:tag name="KSO_WM_UNIT_ID" val="_3*i*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3.xml><?xml version="1.0" encoding="utf-8"?>
<p:tagLst xmlns:p="http://schemas.openxmlformats.org/presentationml/2006/main">
  <p:tag name="KSO_WM_UNIT_TYPE" val="i"/>
  <p:tag name="KSO_WM_UNIT_INDEX" val="3"/>
  <p:tag name="KSO_WM_BEAUTIFY_FLAG" val="#wm#"/>
  <p:tag name="KSO_WM_TAG_VERSION" val="3.0"/>
  <p:tag name="KSO_WM_UNIT_ID" val="_3*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4.xml><?xml version="1.0" encoding="utf-8"?>
<p:tagLst xmlns:p="http://schemas.openxmlformats.org/presentationml/2006/main">
  <p:tag name="KSO_WM_UNIT_TYPE" val="i"/>
  <p:tag name="KSO_WM_UNIT_INDEX" val="9"/>
  <p:tag name="KSO_WM_BEAUTIFY_FLAG" val="#wm#"/>
  <p:tag name="KSO_WM_TAG_VERSION" val="3.0"/>
  <p:tag name="KSO_WM_UNIT_ID" val="_3*i*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5.xml><?xml version="1.0" encoding="utf-8"?>
<p:tagLst xmlns:p="http://schemas.openxmlformats.org/presentationml/2006/main">
  <p:tag name="KSO_WM_UNIT_TYPE" val="i"/>
  <p:tag name="KSO_WM_UNIT_INDEX" val="4"/>
  <p:tag name="KSO_WM_BEAUTIFY_FLAG" val="#wm#"/>
  <p:tag name="KSO_WM_TAG_VERSION" val="3.0"/>
  <p:tag name="KSO_WM_UNIT_ID" val="_3*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6.xml><?xml version="1.0" encoding="utf-8"?>
<p:tagLst xmlns:p="http://schemas.openxmlformats.org/presentationml/2006/main">
  <p:tag name="KSO_WM_UNIT_TYPE" val="i"/>
  <p:tag name="KSO_WM_UNIT_INDEX" val="10"/>
  <p:tag name="KSO_WM_BEAUTIFY_FLAG" val="#wm#"/>
  <p:tag name="KSO_WM_TAG_VERSION" val="3.0"/>
  <p:tag name="KSO_WM_UNIT_ID" val="_3*i*1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7.xml><?xml version="1.0" encoding="utf-8"?>
<p:tagLst xmlns:p="http://schemas.openxmlformats.org/presentationml/2006/main">
  <p:tag name="KSO_WM_UNIT_TYPE" val="i"/>
  <p:tag name="KSO_WM_UNIT_INDEX" val="5"/>
  <p:tag name="KSO_WM_BEAUTIFY_FLAG" val="#wm#"/>
  <p:tag name="KSO_WM_TAG_VERSION" val="3.0"/>
  <p:tag name="KSO_WM_UNIT_ID" val="_3*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8.xml><?xml version="1.0" encoding="utf-8"?>
<p:tagLst xmlns:p="http://schemas.openxmlformats.org/presentationml/2006/main">
  <p:tag name="KSO_WM_UNIT_TYPE" val="a"/>
  <p:tag name="KSO_WM_UNIT_INDEX" val="1"/>
  <p:tag name="KSO_WM_BEAUTIFY_FLAG" val="#wm#"/>
  <p:tag name="KSO_WM_TAG_VERSION" val="3.0"/>
  <p:tag name="KSO_WM_UNIT_PRESET_TEXT" val="标题"/>
  <p:tag name="KSO_WM_UNIT_ID" val="_3*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99.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0.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1.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2.xml><?xml version="1.0" encoding="utf-8"?>
<p:tagLst xmlns:p="http://schemas.openxmlformats.org/presentationml/2006/main">
  <p:tag name="KSO_WM_UNIT_TYPE" val="i"/>
  <p:tag name="KSO_WM_UNIT_INDEX" val="6"/>
  <p:tag name="KSO_WM_BEAUTIFY_FLAG" val="#wm#"/>
  <p:tag name="KSO_WM_TAG_VERSION" val="3.0"/>
  <p:tag name="KSO_WM_UNIT_ID" val="_3*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3.xml><?xml version="1.0" encoding="utf-8"?>
<p:tagLst xmlns:p="http://schemas.openxmlformats.org/presentationml/2006/main">
  <p:tag name="KSO_WM_UNIT_TYPE" val="i"/>
  <p:tag name="KSO_WM_UNIT_INDEX" val="7"/>
  <p:tag name="KSO_WM_BEAUTIFY_FLAG" val="#wm#"/>
  <p:tag name="KSO_WM_TAG_VERSION" val="3.0"/>
  <p:tag name="KSO_WM_UNIT_ID" val="_4*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4.xml><?xml version="1.0" encoding="utf-8"?>
<p:tagLst xmlns:p="http://schemas.openxmlformats.org/presentationml/2006/main">
  <p:tag name="KSO_WM_UNIT_TYPE" val="i"/>
  <p:tag name="KSO_WM_UNIT_INDEX" val="8"/>
  <p:tag name="KSO_WM_BEAUTIFY_FLAG" val="#wm#"/>
  <p:tag name="KSO_WM_TAG_VERSION" val="3.0"/>
  <p:tag name="KSO_WM_UNIT_ID" val="_4*i*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5.xml><?xml version="1.0" encoding="utf-8"?>
<p:tagLst xmlns:p="http://schemas.openxmlformats.org/presentationml/2006/main">
  <p:tag name="KSO_WM_UNIT_TYPE" val="i"/>
  <p:tag name="KSO_WM_UNIT_INDEX" val="1"/>
  <p:tag name="KSO_WM_BEAUTIFY_FLAG" val="#wm#"/>
  <p:tag name="KSO_WM_TAG_VERSION" val="3.0"/>
  <p:tag name="KSO_WM_UNIT_ID" val="_4*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6.xml><?xml version="1.0" encoding="utf-8"?>
<p:tagLst xmlns:p="http://schemas.openxmlformats.org/presentationml/2006/main">
  <p:tag name="KSO_WM_UNIT_TYPE" val="i"/>
  <p:tag name="KSO_WM_UNIT_INDEX" val="6"/>
  <p:tag name="KSO_WM_BEAUTIFY_FLAG" val="#wm#"/>
  <p:tag name="KSO_WM_TAG_VERSION" val="3.0"/>
  <p:tag name="KSO_WM_UNIT_ID" val="_4*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7.xml><?xml version="1.0" encoding="utf-8"?>
<p:tagLst xmlns:p="http://schemas.openxmlformats.org/presentationml/2006/main">
  <p:tag name="KSO_WM_UNIT_TYPE" val="i"/>
  <p:tag name="KSO_WM_UNIT_INDEX" val="2"/>
  <p:tag name="KSO_WM_BEAUTIFY_FLAG" val="#wm#"/>
  <p:tag name="KSO_WM_TAG_VERSION" val="3.0"/>
  <p:tag name="KSO_WM_UNIT_ID" val="_4*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8.xml><?xml version="1.0" encoding="utf-8"?>
<p:tagLst xmlns:p="http://schemas.openxmlformats.org/presentationml/2006/main">
  <p:tag name="KSO_WM_UNIT_TYPE" val="i"/>
  <p:tag name="KSO_WM_UNIT_INDEX" val="3"/>
  <p:tag name="KSO_WM_BEAUTIFY_FLAG" val="#wm#"/>
  <p:tag name="KSO_WM_TAG_VERSION" val="3.0"/>
  <p:tag name="KSO_WM_UNIT_ID" val="_4*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9.xml><?xml version="1.0" encoding="utf-8"?>
<p:tagLst xmlns:p="http://schemas.openxmlformats.org/presentationml/2006/main">
  <p:tag name="KSO_WM_UNIT_TYPE" val="i"/>
  <p:tag name="KSO_WM_UNIT_INDEX" val="4"/>
  <p:tag name="KSO_WM_BEAUTIFY_FLAG" val="#wm#"/>
  <p:tag name="KSO_WM_TAG_VERSION" val="3.0"/>
  <p:tag name="KSO_WM_UNIT_ID" val="_4*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0.xml><?xml version="1.0" encoding="utf-8"?>
<p:tagLst xmlns:p="http://schemas.openxmlformats.org/presentationml/2006/main">
  <p:tag name="KSO_WM_UNIT_TYPE" val="i"/>
  <p:tag name="KSO_WM_UNIT_INDEX" val="5"/>
  <p:tag name="KSO_WM_BEAUTIFY_FLAG" val="#wm#"/>
  <p:tag name="KSO_WM_TAG_VERSION" val="3.0"/>
  <p:tag name="KSO_WM_UNIT_ID" val="_4*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1.xml><?xml version="1.0" encoding="utf-8"?>
<p:tagLst xmlns:p="http://schemas.openxmlformats.org/presentationml/2006/main">
  <p:tag name="KSO_WM_UNIT_TYPE" val="i"/>
  <p:tag name="KSO_WM_UNIT_INDEX" val="10"/>
  <p:tag name="KSO_WM_BEAUTIFY_FLAG" val="#wm#"/>
  <p:tag name="KSO_WM_TAG_VERSION" val="3.0"/>
  <p:tag name="KSO_WM_UNIT_ID" val="_4*i*1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2.xml><?xml version="1.0" encoding="utf-8"?>
<p:tagLst xmlns:p="http://schemas.openxmlformats.org/presentationml/2006/main">
  <p:tag name="KSO_WM_UNIT_TYPE" val="i"/>
  <p:tag name="KSO_WM_UNIT_INDEX" val="11"/>
  <p:tag name="KSO_WM_BEAUTIFY_FLAG" val="#wm#"/>
  <p:tag name="KSO_WM_TAG_VERSION" val="3.0"/>
  <p:tag name="KSO_WM_UNIT_ID" val="_4*i*1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3.xml><?xml version="1.0" encoding="utf-8"?>
<p:tagLst xmlns:p="http://schemas.openxmlformats.org/presentationml/2006/main">
  <p:tag name="KSO_WM_UNIT_TYPE" val="i"/>
  <p:tag name="KSO_WM_UNIT_INDEX" val="9"/>
  <p:tag name="KSO_WM_BEAUTIFY_FLAG" val="#wm#"/>
  <p:tag name="KSO_WM_TAG_VERSION" val="3.0"/>
  <p:tag name="KSO_WM_UNIT_ID" val="_4*i*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4.xml><?xml version="1.0" encoding="utf-8"?>
<p:tagLst xmlns:p="http://schemas.openxmlformats.org/presentationml/2006/main">
  <p:tag name="KSO_WM_UNIT_TYPE" val="a"/>
  <p:tag name="KSO_WM_UNIT_INDEX" val="1"/>
  <p:tag name="KSO_WM_BEAUTIFY_FLAG" val="#wm#"/>
  <p:tag name="KSO_WM_TAG_VERSION" val="3.0"/>
  <p:tag name="KSO_WM_UNIT_PRESET_TEXT" val="编辑标题"/>
  <p:tag name="KSO_WM_UNIT_ID" val="_4*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115.xml><?xml version="1.0" encoding="utf-8"?>
<p:tagLst xmlns:p="http://schemas.openxmlformats.org/presentationml/2006/main">
  <p:tag name="KSO_WM_UNIT_TYPE" val="b"/>
  <p:tag name="KSO_WM_UNIT_INDEX" val="1"/>
  <p:tag name="KSO_WM_BEAUTIFY_FLAG" val="#wm#"/>
  <p:tag name="KSO_WM_TAG_VERSION" val="3.0"/>
  <p:tag name="KSO_WM_UNIT_PRESET_TEXT" val="单击此处编辑副标题"/>
  <p:tag name="KSO_WM_UNIT_ID" val="_4*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116.xml><?xml version="1.0" encoding="utf-8"?>
<p:tagLst xmlns:p="http://schemas.openxmlformats.org/presentationml/2006/main">
  <p:tag name="KSO_WM_UNIT_TYPE" val="e"/>
  <p:tag name="KSO_WM_UNIT_INDEX" val="1"/>
  <p:tag name="KSO_WM_BEAUTIFY_FLAG" val="#wm#"/>
  <p:tag name="KSO_WM_TAG_VERSION" val="3.0"/>
  <p:tag name="KSO_WM_UNIT_PRESET_TEXT" val="节编号"/>
  <p:tag name="KSO_WM_UNIT_ID" val="_4*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7.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5*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Lst>
</file>

<file path=ppt/tags/tag118.xml><?xml version="1.0" encoding="utf-8"?>
<p:tagLst xmlns:p="http://schemas.openxmlformats.org/presentationml/2006/main">
  <p:tag name="KSO_WM_UNIT_TYPE" val="f"/>
  <p:tag name="KSO_WM_UNIT_SUBTYPE" val="a"/>
  <p:tag name="KSO_WM_UNIT_INDEX" val="2"/>
  <p:tag name="KSO_WM_BEAUTIFY_FLAG" val="#wm#"/>
  <p:tag name="KSO_WM_TAG_VERSION" val="3.0"/>
  <p:tag name="KSO_WM_UNIT_PRESET_TEXT" val="单击此处编辑母版文本样式&#10;第二级&#10;第三级&#10;第四级&#10;第五级"/>
  <p:tag name="KSO_WM_UNIT_ID" val="_5*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Lst>
</file>

<file path=ppt/tags/tag119.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0.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1.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2.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5*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123.xml><?xml version="1.0" encoding="utf-8"?>
<p:tagLst xmlns:p="http://schemas.openxmlformats.org/presentationml/2006/main">
  <p:tag name="KSO_WM_UNIT_TYPE" val="h_a"/>
  <p:tag name="KSO_WM_UNIT_INDEX" val="1_1"/>
  <p:tag name="KSO_WM_BEAUTIFY_FLAG" val="#wm#"/>
  <p:tag name="KSO_WM_TAG_VERSION" val="3.0"/>
  <p:tag name="KSO_WM_UNIT_PRESET_TEXT" val="单击此处编辑母版文本样式"/>
  <p:tag name="KSO_WM_UNIT_ID" val="_6*h_a*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ISCONTENTSTITLE" val="0"/>
</p:tagLst>
</file>

<file path=ppt/tags/tag124.xml><?xml version="1.0" encoding="utf-8"?>
<p:tagLst xmlns:p="http://schemas.openxmlformats.org/presentationml/2006/main">
  <p:tag name="KSO_WM_UNIT_TYPE" val="h_f"/>
  <p:tag name="KSO_WM_UNIT_SUBTYPE" val="a"/>
  <p:tag name="KSO_WM_UNIT_INDEX" val="1_1"/>
  <p:tag name="KSO_WM_BEAUTIFY_FLAG" val="#wm#"/>
  <p:tag name="KSO_WM_TAG_VERSION" val="3.0"/>
  <p:tag name="KSO_WM_UNIT_PRESET_TEXT" val="单击此处编辑母版文本样式&#10;第二级&#10;第三级&#10;第四级&#10;第五级"/>
  <p:tag name="KSO_WM_UNIT_ID" val="_6*h_f*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TEXT_LAYER_COUNT" val="1"/>
</p:tagLst>
</file>

<file path=ppt/tags/tag125.xml><?xml version="1.0" encoding="utf-8"?>
<p:tagLst xmlns:p="http://schemas.openxmlformats.org/presentationml/2006/main">
  <p:tag name="KSO_WM_UNIT_TYPE" val="h_a"/>
  <p:tag name="KSO_WM_UNIT_INDEX" val="2_1"/>
  <p:tag name="KSO_WM_BEAUTIFY_FLAG" val="#wm#"/>
  <p:tag name="KSO_WM_TAG_VERSION" val="3.0"/>
  <p:tag name="KSO_WM_UNIT_PRESET_TEXT" val="单击此处编辑母版文本样式"/>
  <p:tag name="KSO_WM_UNIT_ID" val="_6*h_a*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ISCONTENTSTITLE" val="0"/>
</p:tagLst>
</file>

<file path=ppt/tags/tag126.xml><?xml version="1.0" encoding="utf-8"?>
<p:tagLst xmlns:p="http://schemas.openxmlformats.org/presentationml/2006/main">
  <p:tag name="KSO_WM_UNIT_TYPE" val="h_f"/>
  <p:tag name="KSO_WM_UNIT_SUBTYPE" val="a"/>
  <p:tag name="KSO_WM_UNIT_INDEX" val="2_1"/>
  <p:tag name="KSO_WM_BEAUTIFY_FLAG" val="#wm#"/>
  <p:tag name="KSO_WM_TAG_VERSION" val="3.0"/>
  <p:tag name="KSO_WM_UNIT_PRESET_TEXT" val="单击此处编辑母版文本样式&#10;第二级&#10;第三级&#10;第四级&#10;第五级"/>
  <p:tag name="KSO_WM_UNIT_ID" val="_6*h_f*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TEXT_LAYER_COUNT" val="1"/>
</p:tagLst>
</file>

<file path=ppt/tags/tag127.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8.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9.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0.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6*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131.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2.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3.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4.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135.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6.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7.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8.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9*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Lst>
</file>

<file path=ppt/tags/tag139.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0.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1.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2.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3.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4.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5.xml><?xml version="1.0" encoding="utf-8"?>
<p:tagLst xmlns:p="http://schemas.openxmlformats.org/presentationml/2006/main">
  <p:tag name="KSO_WM_UNIT_TYPE" val="b"/>
  <p:tag name="KSO_WM_UNIT_INDEX" val="1"/>
  <p:tag name="KSO_WM_BEAUTIFY_FLAG" val="#wm#"/>
  <p:tag name="KSO_WM_TAG_VERSION" val="3.0"/>
  <p:tag name="KSO_WM_UNIT_PRESET_TEXT" val="单击此处编辑副标题"/>
  <p:tag name="KSO_WM_UNIT_ID" val="_10*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146.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1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147.xml><?xml version="1.0" encoding="utf-8"?>
<p:tagLst xmlns:p="http://schemas.openxmlformats.org/presentationml/2006/main">
  <p:tag name="KSO_WM_UNIT_TYPE" val="i"/>
  <p:tag name="KSO_WM_UNIT_INDEX" val="1"/>
  <p:tag name="KSO_WM_BEAUTIFY_FLAG" val="#wm#"/>
  <p:tag name="KSO_WM_TAG_VERSION" val="3.0"/>
  <p:tag name="KSO_WM_UNIT_ID" val="_1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8.xml><?xml version="1.0" encoding="utf-8"?>
<p:tagLst xmlns:p="http://schemas.openxmlformats.org/presentationml/2006/main">
  <p:tag name="KSO_WM_UNIT_TYPE" val="i"/>
  <p:tag name="KSO_WM_UNIT_INDEX" val="10"/>
  <p:tag name="KSO_WM_BEAUTIFY_FLAG" val="#wm#"/>
  <p:tag name="KSO_WM_TAG_VERSION" val="3.0"/>
  <p:tag name="KSO_WM_UNIT_ID" val="_11*i*1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9.xml><?xml version="1.0" encoding="utf-8"?>
<p:tagLst xmlns:p="http://schemas.openxmlformats.org/presentationml/2006/main">
  <p:tag name="KSO_WM_UNIT_TYPE" val="i"/>
  <p:tag name="KSO_WM_UNIT_INDEX" val="3"/>
  <p:tag name="KSO_WM_BEAUTIFY_FLAG" val="#wm#"/>
  <p:tag name="KSO_WM_TAG_VERSION" val="3.0"/>
  <p:tag name="KSO_WM_UNIT_ID" val="_11*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50.xml><?xml version="1.0" encoding="utf-8"?>
<p:tagLst xmlns:p="http://schemas.openxmlformats.org/presentationml/2006/main">
  <p:tag name="KSO_WM_UNIT_TYPE" val="i"/>
  <p:tag name="KSO_WM_UNIT_INDEX" val="12"/>
  <p:tag name="KSO_WM_BEAUTIFY_FLAG" val="#wm#"/>
  <p:tag name="KSO_WM_TAG_VERSION" val="3.0"/>
  <p:tag name="KSO_WM_UNIT_ID" val="_11*i*1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51.xml><?xml version="1.0" encoding="utf-8"?>
<p:tagLst xmlns:p="http://schemas.openxmlformats.org/presentationml/2006/main">
  <p:tag name="KSO_WM_UNIT_TYPE" val="i"/>
  <p:tag name="KSO_WM_UNIT_INDEX" val="5"/>
  <p:tag name="KSO_WM_BEAUTIFY_FLAG" val="#wm#"/>
  <p:tag name="KSO_WM_TAG_VERSION" val="3.0"/>
  <p:tag name="KSO_WM_UNIT_ID" val="_11*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52.xml><?xml version="1.0" encoding="utf-8"?>
<p:tagLst xmlns:p="http://schemas.openxmlformats.org/presentationml/2006/main">
  <p:tag name="KSO_WM_UNIT_TYPE" val="i"/>
  <p:tag name="KSO_WM_UNIT_INDEX" val="14"/>
  <p:tag name="KSO_WM_BEAUTIFY_FLAG" val="#wm#"/>
  <p:tag name="KSO_WM_TAG_VERSION" val="3.0"/>
  <p:tag name="KSO_WM_UNIT_ID" val="_11*i*1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53.xml><?xml version="1.0" encoding="utf-8"?>
<p:tagLst xmlns:p="http://schemas.openxmlformats.org/presentationml/2006/main">
  <p:tag name="KSO_WM_UNIT_TYPE" val="i"/>
  <p:tag name="KSO_WM_UNIT_INDEX" val="7"/>
  <p:tag name="KSO_WM_BEAUTIFY_FLAG" val="#wm#"/>
  <p:tag name="KSO_WM_TAG_VERSION" val="3.0"/>
  <p:tag name="KSO_WM_UNIT_ID" val="_11*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54.xml><?xml version="1.0" encoding="utf-8"?>
<p:tagLst xmlns:p="http://schemas.openxmlformats.org/presentationml/2006/main">
  <p:tag name="KSO_WM_UNIT_TYPE" val="i"/>
  <p:tag name="KSO_WM_UNIT_INDEX" val="2"/>
  <p:tag name="KSO_WM_BEAUTIFY_FLAG" val="#wm#"/>
  <p:tag name="KSO_WM_TAG_VERSION" val="3.0"/>
  <p:tag name="KSO_WM_UNIT_ID" val="_11*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55.xml><?xml version="1.0" encoding="utf-8"?>
<p:tagLst xmlns:p="http://schemas.openxmlformats.org/presentationml/2006/main">
  <p:tag name="KSO_WM_UNIT_TYPE" val="i"/>
  <p:tag name="KSO_WM_UNIT_INDEX" val="11"/>
  <p:tag name="KSO_WM_BEAUTIFY_FLAG" val="#wm#"/>
  <p:tag name="KSO_WM_TAG_VERSION" val="3.0"/>
  <p:tag name="KSO_WM_UNIT_ID" val="_11*i*1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56.xml><?xml version="1.0" encoding="utf-8"?>
<p:tagLst xmlns:p="http://schemas.openxmlformats.org/presentationml/2006/main">
  <p:tag name="KSO_WM_UNIT_TYPE" val="i"/>
  <p:tag name="KSO_WM_UNIT_INDEX" val="4"/>
  <p:tag name="KSO_WM_BEAUTIFY_FLAG" val="#wm#"/>
  <p:tag name="KSO_WM_TAG_VERSION" val="3.0"/>
  <p:tag name="KSO_WM_UNIT_ID" val="_11*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57.xml><?xml version="1.0" encoding="utf-8"?>
<p:tagLst xmlns:p="http://schemas.openxmlformats.org/presentationml/2006/main">
  <p:tag name="KSO_WM_UNIT_TYPE" val="i"/>
  <p:tag name="KSO_WM_UNIT_INDEX" val="13"/>
  <p:tag name="KSO_WM_BEAUTIFY_FLAG" val="#wm#"/>
  <p:tag name="KSO_WM_TAG_VERSION" val="3.0"/>
  <p:tag name="KSO_WM_UNIT_ID" val="_11*i*1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58.xml><?xml version="1.0" encoding="utf-8"?>
<p:tagLst xmlns:p="http://schemas.openxmlformats.org/presentationml/2006/main">
  <p:tag name="KSO_WM_UNIT_TYPE" val="i"/>
  <p:tag name="KSO_WM_UNIT_INDEX" val="6"/>
  <p:tag name="KSO_WM_BEAUTIFY_FLAG" val="#wm#"/>
  <p:tag name="KSO_WM_TAG_VERSION" val="3.0"/>
  <p:tag name="KSO_WM_UNIT_ID" val="_11*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59.xml><?xml version="1.0" encoding="utf-8"?>
<p:tagLst xmlns:p="http://schemas.openxmlformats.org/presentationml/2006/main">
  <p:tag name="KSO_WM_UNIT_TYPE" val="i"/>
  <p:tag name="KSO_WM_UNIT_INDEX" val="15"/>
  <p:tag name="KSO_WM_BEAUTIFY_FLAG" val="#wm#"/>
  <p:tag name="KSO_WM_TAG_VERSION" val="3.0"/>
  <p:tag name="KSO_WM_UNIT_ID" val="_11*i*1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60.xml><?xml version="1.0" encoding="utf-8"?>
<p:tagLst xmlns:p="http://schemas.openxmlformats.org/presentationml/2006/main">
  <p:tag name="KSO_WM_UNIT_TYPE" val="i"/>
  <p:tag name="KSO_WM_UNIT_INDEX" val="8"/>
  <p:tag name="KSO_WM_BEAUTIFY_FLAG" val="#wm#"/>
  <p:tag name="KSO_WM_TAG_VERSION" val="3.0"/>
  <p:tag name="KSO_WM_UNIT_ID" val="_11*i*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61.xml><?xml version="1.0" encoding="utf-8"?>
<p:tagLst xmlns:p="http://schemas.openxmlformats.org/presentationml/2006/main">
  <p:tag name="KSO_WM_UNIT_TYPE" val="i"/>
  <p:tag name="KSO_WM_UNIT_INDEX" val="17"/>
  <p:tag name="KSO_WM_BEAUTIFY_FLAG" val="#wm#"/>
  <p:tag name="KSO_WM_TAG_VERSION" val="3.0"/>
  <p:tag name="KSO_WM_UNIT_ID" val="_11*i*1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62.xml><?xml version="1.0" encoding="utf-8"?>
<p:tagLst xmlns:p="http://schemas.openxmlformats.org/presentationml/2006/main">
  <p:tag name="KSO_WM_UNIT_TYPE" val="i"/>
  <p:tag name="KSO_WM_UNIT_INDEX" val="9"/>
  <p:tag name="KSO_WM_BEAUTIFY_FLAG" val="#wm#"/>
  <p:tag name="KSO_WM_TAG_VERSION" val="3.0"/>
  <p:tag name="KSO_WM_UNIT_ID" val="_11*i*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63.xml><?xml version="1.0" encoding="utf-8"?>
<p:tagLst xmlns:p="http://schemas.openxmlformats.org/presentationml/2006/main">
  <p:tag name="KSO_WM_UNIT_TYPE" val="i"/>
  <p:tag name="KSO_WM_UNIT_INDEX" val="18"/>
  <p:tag name="KSO_WM_BEAUTIFY_FLAG" val="#wm#"/>
  <p:tag name="KSO_WM_TAG_VERSION" val="3.0"/>
  <p:tag name="KSO_WM_UNIT_ID" val="_11*i*1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64.xml><?xml version="1.0" encoding="utf-8"?>
<p:tagLst xmlns:p="http://schemas.openxmlformats.org/presentationml/2006/main">
  <p:tag name="KSO_WM_UNIT_TYPE" val="i"/>
  <p:tag name="KSO_WM_UNIT_INDEX" val="16"/>
  <p:tag name="KSO_WM_BEAUTIFY_FLAG" val="#wm#"/>
  <p:tag name="KSO_WM_TAG_VERSION" val="3.0"/>
  <p:tag name="KSO_WM_UNIT_ID" val="_11*i*1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65.xml><?xml version="1.0" encoding="utf-8"?>
<p:tagLst xmlns:p="http://schemas.openxmlformats.org/presentationml/2006/main">
  <p:tag name="KSO_WM_UNIT_TYPE" val="a"/>
  <p:tag name="KSO_WM_UNIT_INDEX" val="1"/>
  <p:tag name="KSO_WM_BEAUTIFY_FLAG" val="#wm#"/>
  <p:tag name="KSO_WM_TAG_VERSION" val="3.0"/>
  <p:tag name="KSO_WM_UNIT_PRESET_TEXT" val="编辑母版标题"/>
  <p:tag name="KSO_WM_UNIT_ID" val="_1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166.xml><?xml version="1.0" encoding="utf-8"?>
<p:tagLst xmlns:p="http://schemas.openxmlformats.org/presentationml/2006/main">
  <p:tag name="KSO_WM_UNIT_TYPE" val="f"/>
  <p:tag name="KSO_WM_UNIT_SUBTYPE" val="c"/>
  <p:tag name="KSO_WM_UNIT_INDEX" val="2"/>
  <p:tag name="KSO_WM_BEAUTIFY_FLAG" val="#wm#"/>
  <p:tag name="KSO_WM_TAG_VERSION" val="3.0"/>
  <p:tag name="KSO_WM_UNIT_PRESET_TEXT" val="日期"/>
  <p:tag name="KSO_WM_UNIT_ID" val="_11*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Lst>
</file>

<file path=ppt/tags/tag167.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PRESET_TEXT" val="署名"/>
  <p:tag name="KSO_WM_UNIT_ID" val="_1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Lst>
</file>

<file path=ppt/tags/tag168.xml><?xml version="1.0" encoding="utf-8"?>
<p:tagLst xmlns:p="http://schemas.openxmlformats.org/presentationml/2006/main">
  <p:tag name="KSO_WM_UNIT_TYPE" val="i"/>
  <p:tag name="KSO_WM_UNIT_INDEX" val="1"/>
  <p:tag name="KSO_WM_BEAUTIFY_FLAG" val="#wm#"/>
  <p:tag name="KSO_WM_TAG_VERSION" val="3.0"/>
  <p:tag name="KSO_WM_UNIT_ID" val="_0*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69.xml><?xml version="1.0" encoding="utf-8"?>
<p:tagLst xmlns:p="http://schemas.openxmlformats.org/presentationml/2006/main">
  <p:tag name="KSO_WM_UNIT_TYPE" val="i"/>
  <p:tag name="KSO_WM_UNIT_INDEX" val="2"/>
  <p:tag name="KSO_WM_BEAUTIFY_FLAG" val="#wm#"/>
  <p:tag name="KSO_WM_TAG_VERSION" val="3.0"/>
  <p:tag name="KSO_WM_UNIT_ID" val="_0*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70.xml><?xml version="1.0" encoding="utf-8"?>
<p:tagLst xmlns:p="http://schemas.openxmlformats.org/presentationml/2006/main">
  <p:tag name="KSO_WM_UNIT_TYPE" val="i"/>
  <p:tag name="KSO_WM_UNIT_INDEX" val="3"/>
  <p:tag name="KSO_WM_BEAUTIFY_FLAG" val="#wm#"/>
  <p:tag name="KSO_WM_TAG_VERSION" val="3.0"/>
  <p:tag name="KSO_WM_UNIT_ID" val="_0*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71.xml><?xml version="1.0" encoding="utf-8"?>
<p:tagLst xmlns:p="http://schemas.openxmlformats.org/presentationml/2006/main">
  <p:tag name="KSO_WM_UNIT_TYPE" val="i"/>
  <p:tag name="KSO_WM_UNIT_INDEX" val="4"/>
  <p:tag name="KSO_WM_BEAUTIFY_FLAG" val="#wm#"/>
  <p:tag name="KSO_WM_TAG_VERSION" val="3.0"/>
  <p:tag name="KSO_WM_UNIT_ID" val="_0*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72.xml><?xml version="1.0" encoding="utf-8"?>
<p:tagLst xmlns:p="http://schemas.openxmlformats.org/presentationml/2006/main">
  <p:tag name="KSO_WM_UNIT_TYPE" val="i"/>
  <p:tag name="KSO_WM_UNIT_INDEX" val="5"/>
  <p:tag name="KSO_WM_BEAUTIFY_FLAG" val="#wm#"/>
  <p:tag name="KSO_WM_TAG_VERSION" val="3.0"/>
  <p:tag name="KSO_WM_UNIT_ID" val="_0*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73.xml><?xml version="1.0" encoding="utf-8"?>
<p:tagLst xmlns:p="http://schemas.openxmlformats.org/presentationml/2006/main">
  <p:tag name="KSO_WM_UNIT_TYPE" val="i"/>
  <p:tag name="KSO_WM_UNIT_INDEX" val="6"/>
  <p:tag name="KSO_WM_BEAUTIFY_FLAG" val="#wm#"/>
  <p:tag name="KSO_WM_TAG_VERSION" val="3.0"/>
  <p:tag name="KSO_WM_UNIT_ID" val="_0*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74.xml><?xml version="1.0" encoding="utf-8"?>
<p:tagLst xmlns:p="http://schemas.openxmlformats.org/presentationml/2006/main">
  <p:tag name="KSO_WM_UNIT_TYPE" val="i"/>
  <p:tag name="KSO_WM_UNIT_INDEX" val="7"/>
  <p:tag name="KSO_WM_BEAUTIFY_FLAG" val="#wm#"/>
  <p:tag name="KSO_WM_TAG_VERSION" val="3.0"/>
  <p:tag name="KSO_WM_UNIT_ID" val="_0*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75.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76.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77.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78.xml><?xml version="1.0" encoding="utf-8"?>
<p:tagLst xmlns:p="http://schemas.openxmlformats.org/presentationml/2006/main">
  <p:tag name="KSO_WM_UNIT_TYPE" val="f"/>
  <p:tag name="KSO_WM_UNIT_SUBTYPE" val="a"/>
  <p:tag name="KSO_WM_UNIT_INDEX" val="1"/>
  <p:tag name="KSO_WM_BEAUTIFY_FLAG" val="#wm#"/>
  <p:tag name="KSO_WM_TAG_VERSION" val="1.0"/>
  <p:tag name="KSO_WM_UNIT_PRESET_TEXT" val="单击此处编辑母版文本样式&#10;第二级&#10;第三级&#10;第四级&#10;第五级"/>
  <p:tag name="KSO_WM_UNIT_ID" val="_0*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TEMPLATE_CATEGORY" val="custom"/>
  <p:tag name="KSO_WM_TEMPLATE_INDEX" val="40494963"/>
</p:tagLst>
</file>

<file path=ppt/tags/tag179.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CATEGORY" val="custom"/>
  <p:tag name="KSO_WM_TEMPLATE_INDEX" val="40494963"/>
</p:tagLst>
</file>

<file path=ppt/tags/tag180.xml><?xml version="1.0" encoding="utf-8"?>
<p:tagLst xmlns:p="http://schemas.openxmlformats.org/presentationml/2006/main">
  <p:tag name="KSO_WM_TEMPLATE_SUBCATEGORY" val="29"/>
  <p:tag name="KSO_WM_TEMPLATE_COLOR_TYPE" val="0"/>
  <p:tag name="KSO_WM_TAG_VERSION" val="3.0"/>
  <p:tag name="KSO_WM_TEMPLATE_THUMBS_INDEX" val="1、9"/>
  <p:tag name="KSO_WM_BEAUTIFY_FLAG" val="#wm#"/>
  <p:tag name="KSO_WM_TEMPLATE_INDEX" val="40494963"/>
  <p:tag name="KSO_WM_TEMPLATE_CATEGORY" val="custom"/>
  <p:tag name="KSO_WM_TEMPLATE_MASTER_TYPE" val="0"/>
</p:tagLst>
</file>

<file path=ppt/tags/tag181.xml><?xml version="1.0" encoding="utf-8"?>
<p:tagLst xmlns:p="http://schemas.openxmlformats.org/presentationml/2006/main">
  <p:tag name="KSO_WM_UNIT_TYPE" val="a"/>
  <p:tag name="KSO_WM_UNIT_INDEX" val="1"/>
  <p:tag name="KSO_WM_BEAUTIFY_FLAG" val="#wm#"/>
  <p:tag name="KSO_WM_TAG_VERSION" val="3.0"/>
  <p:tag name="KSO_WM_UNIT_ID" val="custom40494963_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4963"/>
  <p:tag name="KSO_WM_TEMPLATE_CATEGORY" val="custom"/>
  <p:tag name="KSO_WM_UNIT_ISCONTENTSTITLE" val="0"/>
  <p:tag name="KSO_WM_UNIT_VALUE" val="16"/>
  <p:tag name="KSO_WM_UNIT_PRESET_TEXT" val="单击此处&#10;添加文档标题"/>
  <p:tag name="KSO_WM_UNIT_TEXT_TYPE" val="1"/>
</p:tagLst>
</file>

<file path=ppt/tags/tag182.xml><?xml version="1.0" encoding="utf-8"?>
<p:tagLst xmlns:p="http://schemas.openxmlformats.org/presentationml/2006/main">
  <p:tag name="KSO_WM_UNIT_TYPE" val="f"/>
  <p:tag name="KSO_WM_UNIT_SUBTYPE" val="c"/>
  <p:tag name="KSO_WM_UNIT_INDEX" val="2"/>
  <p:tag name="KSO_WM_BEAUTIFY_FLAG" val="#wm#"/>
  <p:tag name="KSO_WM_TAG_VERSION" val="3.0"/>
  <p:tag name="KSO_WM_UNIT_ID" val="custom40494963_1*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4963"/>
  <p:tag name="KSO_WM_TEMPLATE_CATEGORY" val="custom"/>
  <p:tag name="KSO_WM_UNIT_TEXT_LAYER_COUNT" val="1"/>
  <p:tag name="KSO_WM_UNIT_PRESET_TEXT" val="202X/01/01"/>
  <p:tag name="KSO_WM_UNIT_VALUE" val="12"/>
  <p:tag name="KSO_WM_UNIT_TEXT_TYPE" val="1"/>
</p:tagLst>
</file>

<file path=ppt/tags/tag183.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ID" val="custom40494963_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4963"/>
  <p:tag name="KSO_WM_TEMPLATE_CATEGORY" val="custom"/>
  <p:tag name="KSO_WM_UNIT_TEXT_LAYER_COUNT" val="1"/>
  <p:tag name="KSO_WM_UNIT_VALUE" val="22"/>
  <p:tag name="KSO_WM_UNIT_PRESET_TEXT" val="汇报人：WPS"/>
  <p:tag name="KSO_WM_UNIT_TEXT_TYPE" val="1"/>
</p:tagLst>
</file>

<file path=ppt/tags/tag184.xml><?xml version="1.0" encoding="utf-8"?>
<p:tagLst xmlns:p="http://schemas.openxmlformats.org/presentationml/2006/main">
  <p:tag name="KSO_WM_SLIDE_TYPE" val="title"/>
  <p:tag name="KSO_WM_TEMPLATE_SUBCATEGORY" val="29"/>
  <p:tag name="KSO_WM_TEMPLATE_COLOR_TYPE" val="0"/>
  <p:tag name="KSO_WM_TAG_VERSION" val="3.0"/>
  <p:tag name="KSO_WM_SLIDE_SUBTYPE" val="pureTxt"/>
  <p:tag name="KSO_WM_SLIDE_ITEM_CNT" val="0"/>
  <p:tag name="KSO_WM_TEMPLATE_THUMBS_INDEX" val="1、9"/>
  <p:tag name="KSO_WM_BEAUTIFY_FLAG" val="#wm#"/>
  <p:tag name="KSO_WM_TEMPLATE_INDEX" val="40494963"/>
  <p:tag name="KSO_WM_TEMPLATE_CATEGORY" val="custom"/>
  <p:tag name="KSO_WM_SLIDE_INDEX" val="1"/>
  <p:tag name="KSO_WM_SLIDE_ID" val="custom40494963_1"/>
  <p:tag name="KSO_WM_TEMPLATE_MASTER_TYPE" val="0"/>
  <p:tag name="KSO_WM_SLIDE_LAYOUT" val="a_f"/>
  <p:tag name="KSO_WM_SLIDE_LAYOUT_CNT" val="1_2"/>
  <p:tag name="KSO_WM_SLIDE_THEME_ID" val="3425970"/>
  <p:tag name="KSO_WM_SLIDE_THEME_NAME" val="可爱卡通绿色产品发布会模板"/>
</p:tagLst>
</file>

<file path=ppt/tags/tag185.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186.xml><?xml version="1.0" encoding="utf-8"?>
<p:tagLst xmlns:p="http://schemas.openxmlformats.org/presentationml/2006/main">
  <p:tag name="KSO_WM_BEAUTIFY_FLAG" val="#wm#"/>
  <p:tag name="KSO_WM_TEMPLATE_CATEGORY" val="custom"/>
  <p:tag name="KSO_WM_TEMPLATE_INDEX" val="40494963"/>
  <p:tag name="KSO_WM_SLIDE_TYPE" val="text"/>
  <p:tag name="KSO_WM_TEMPLATE_SUBCATEGORY" val="29"/>
  <p:tag name="KSO_WM_TEMPLATE_COLOR_TYPE" val="0"/>
  <p:tag name="KSO_WM_TAG_VERSION" val="3.0"/>
  <p:tag name="KSO_WM_SLIDE_SUBTYPE" val="pureTxt"/>
  <p:tag name="KSO_WM_SLIDE_ITEM_CNT" val="0"/>
  <p:tag name="KSO_WM_SLIDE_INDEX" val="8"/>
  <p:tag name="KSO_WM_SLIDE_ID" val="custom40494963_8"/>
  <p:tag name="KSO_WM_TEMPLATE_MASTER_TYPE" val="0"/>
  <p:tag name="KSO_WM_SLIDE_LAYOUT" val="a_f"/>
  <p:tag name="KSO_WM_SLIDE_LAYOUT_CNT" val="1_1"/>
  <p:tag name="KSO_WM_SLIDE_SIZE" val="850*457"/>
  <p:tag name="KSO_WM_SLIDE_POSITION" val="54*28"/>
</p:tagLst>
</file>

<file path=ppt/tags/tag187.xml><?xml version="1.0" encoding="utf-8"?>
<p:tagLst xmlns:p="http://schemas.openxmlformats.org/presentationml/2006/main">
  <p:tag name="KSO_WM_BEAUTIFY_FLAG" val="#wm#"/>
  <p:tag name="KSO_WM_TEMPLATE_CATEGORY" val="custom"/>
  <p:tag name="KSO_WM_TEMPLATE_INDEX" val="40494963"/>
</p:tagLst>
</file>

<file path=ppt/tags/tag188.xml><?xml version="1.0" encoding="utf-8"?>
<p:tagLst xmlns:p="http://schemas.openxmlformats.org/presentationml/2006/main">
  <p:tag name="KSO_WM_BEAUTIFY_FLAG" val="#wm#"/>
  <p:tag name="KSO_WM_TEMPLATE_CATEGORY" val="custom"/>
  <p:tag name="KSO_WM_TEMPLATE_INDEX" val="40494963"/>
  <p:tag name="KSO_WM_SLIDE_TYPE" val="text"/>
  <p:tag name="KSO_WM_TEMPLATE_SUBCATEGORY" val="29"/>
  <p:tag name="KSO_WM_TEMPLATE_COLOR_TYPE" val="0"/>
  <p:tag name="KSO_WM_TAG_VERSION" val="3.0"/>
  <p:tag name="KSO_WM_SLIDE_SUBTYPE" val="pureTxt"/>
  <p:tag name="KSO_WM_SLIDE_ITEM_CNT" val="0"/>
  <p:tag name="KSO_WM_SLIDE_INDEX" val="8"/>
  <p:tag name="KSO_WM_SLIDE_ID" val="custom40494963_8"/>
  <p:tag name="KSO_WM_TEMPLATE_MASTER_TYPE" val="0"/>
  <p:tag name="KSO_WM_SLIDE_LAYOUT" val="a_f"/>
  <p:tag name="KSO_WM_SLIDE_LAYOUT_CNT" val="1_1"/>
  <p:tag name="KSO_WM_SLIDE_SIZE" val="850*457"/>
  <p:tag name="KSO_WM_SLIDE_POSITION" val="54*28"/>
</p:tagLst>
</file>

<file path=ppt/tags/tag189.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190.xml><?xml version="1.0" encoding="utf-8"?>
<p:tagLst xmlns:p="http://schemas.openxmlformats.org/presentationml/2006/main">
  <p:tag name="KSO_WM_BEAUTIFY_FLAG" val="#wm#"/>
  <p:tag name="KSO_WM_TEMPLATE_CATEGORY" val="custom"/>
  <p:tag name="KSO_WM_TEMPLATE_INDEX" val="40494963"/>
  <p:tag name="KSO_WM_SLIDE_TYPE" val="text"/>
  <p:tag name="KSO_WM_TEMPLATE_SUBCATEGORY" val="29"/>
  <p:tag name="KSO_WM_TEMPLATE_COLOR_TYPE" val="0"/>
  <p:tag name="KSO_WM_TAG_VERSION" val="3.0"/>
  <p:tag name="KSO_WM_SLIDE_SUBTYPE" val="pureTxt"/>
  <p:tag name="KSO_WM_SLIDE_ITEM_CNT" val="0"/>
  <p:tag name="KSO_WM_SLIDE_INDEX" val="8"/>
  <p:tag name="KSO_WM_SLIDE_ID" val="custom40494963_8"/>
  <p:tag name="KSO_WM_TEMPLATE_MASTER_TYPE" val="0"/>
  <p:tag name="KSO_WM_SLIDE_LAYOUT" val="a_f"/>
  <p:tag name="KSO_WM_SLIDE_LAYOUT_CNT" val="1_1"/>
  <p:tag name="KSO_WM_SLIDE_SIZE" val="850*457"/>
  <p:tag name="KSO_WM_SLIDE_POSITION" val="54*28"/>
</p:tagLst>
</file>

<file path=ppt/tags/tag191.xml><?xml version="1.0" encoding="utf-8"?>
<p:tagLst xmlns:p="http://schemas.openxmlformats.org/presentationml/2006/main">
  <p:tag name="KSO_WM_BEAUTIFY_FLAG" val="#wm#"/>
  <p:tag name="KSO_WM_TEMPLATE_CATEGORY" val="custom"/>
  <p:tag name="KSO_WM_TEMPLATE_INDEX" val="40494963"/>
  <p:tag name="KSO_WM_SLIDE_TYPE" val="text"/>
  <p:tag name="KSO_WM_TEMPLATE_SUBCATEGORY" val="29"/>
  <p:tag name="KSO_WM_TEMPLATE_COLOR_TYPE" val="0"/>
  <p:tag name="KSO_WM_TAG_VERSION" val="3.0"/>
  <p:tag name="KSO_WM_SLIDE_SUBTYPE" val="pureTxt"/>
  <p:tag name="KSO_WM_SLIDE_ITEM_CNT" val="0"/>
  <p:tag name="KSO_WM_SLIDE_INDEX" val="8"/>
  <p:tag name="KSO_WM_SLIDE_ID" val="custom40494963_8"/>
  <p:tag name="KSO_WM_TEMPLATE_MASTER_TYPE" val="0"/>
  <p:tag name="KSO_WM_SLIDE_LAYOUT" val="a_f"/>
  <p:tag name="KSO_WM_SLIDE_LAYOUT_CNT" val="1_1"/>
  <p:tag name="KSO_WM_SLIDE_SIZE" val="850*457"/>
  <p:tag name="KSO_WM_SLIDE_POSITION" val="54*28"/>
</p:tagLst>
</file>

<file path=ppt/tags/tag192.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193.xml><?xml version="1.0" encoding="utf-8"?>
<p:tagLst xmlns:p="http://schemas.openxmlformats.org/presentationml/2006/main">
  <p:tag name="KSO_WM_BEAUTIFY_FLAG" val="#wm#"/>
  <p:tag name="KSO_WM_TEMPLATE_CATEGORY" val="custom"/>
  <p:tag name="KSO_WM_TEMPLATE_INDEX" val="40494963"/>
  <p:tag name="KSO_WM_SLIDE_TYPE" val="text"/>
  <p:tag name="KSO_WM_TEMPLATE_SUBCATEGORY" val="29"/>
  <p:tag name="KSO_WM_TEMPLATE_COLOR_TYPE" val="0"/>
  <p:tag name="KSO_WM_TAG_VERSION" val="3.0"/>
  <p:tag name="KSO_WM_SLIDE_SUBTYPE" val="pureTxt"/>
  <p:tag name="KSO_WM_SLIDE_ITEM_CNT" val="0"/>
  <p:tag name="KSO_WM_SLIDE_INDEX" val="8"/>
  <p:tag name="KSO_WM_SLIDE_ID" val="custom40494963_8"/>
  <p:tag name="KSO_WM_TEMPLATE_MASTER_TYPE" val="0"/>
  <p:tag name="KSO_WM_SLIDE_LAYOUT" val="a_f"/>
  <p:tag name="KSO_WM_SLIDE_LAYOUT_CNT" val="1_1"/>
  <p:tag name="KSO_WM_SLIDE_SIZE" val="850*457"/>
  <p:tag name="KSO_WM_SLIDE_POSITION" val="54*28"/>
</p:tagLst>
</file>

<file path=ppt/tags/tag194.xml><?xml version="1.0" encoding="utf-8"?>
<p:tagLst xmlns:p="http://schemas.openxmlformats.org/presentationml/2006/main">
  <p:tag name="KSO_WM_BEAUTIFY_FLAG" val="#wm#"/>
  <p:tag name="KSO_WM_TEMPLATE_CATEGORY" val="custom"/>
  <p:tag name="KSO_WM_TEMPLATE_INDEX" val="40494963"/>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可爱卡通绿色产品发布会模板">
  <a:themeElements>
    <a:clrScheme name="自定义 438">
      <a:dk1>
        <a:srgbClr val="000000"/>
      </a:dk1>
      <a:lt1>
        <a:srgbClr val="FFFFFF"/>
      </a:lt1>
      <a:dk2>
        <a:srgbClr val="75BE86"/>
      </a:dk2>
      <a:lt2>
        <a:srgbClr val="E2F0D9"/>
      </a:lt2>
      <a:accent1>
        <a:srgbClr val="EA5C5C"/>
      </a:accent1>
      <a:accent2>
        <a:srgbClr val="1AACA0"/>
      </a:accent2>
      <a:accent3>
        <a:srgbClr val="FDD73F"/>
      </a:accent3>
      <a:accent4>
        <a:srgbClr val="B13A31"/>
      </a:accent4>
      <a:accent5>
        <a:srgbClr val="206077"/>
      </a:accent5>
      <a:accent6>
        <a:srgbClr val="4393EE"/>
      </a:accent6>
      <a:hlink>
        <a:srgbClr val="0563C1"/>
      </a:hlink>
      <a:folHlink>
        <a:srgbClr val="954F72"/>
      </a:folHlink>
    </a:clrScheme>
    <a:fontScheme name="自定义 13">
      <a:majorFont>
        <a:latin typeface="汉仪正圆-75W"/>
        <a:ea typeface="汉仪正圆-75W"/>
        <a:cs typeface=""/>
      </a:majorFont>
      <a:minorFont>
        <a:latin typeface="汉仪正圆 55简"/>
        <a:ea typeface="汉仪正圆 55简"/>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1789</Words>
  <Application>WPS 演示</Application>
  <PresentationFormat>宽屏</PresentationFormat>
  <Paragraphs>64</Paragraphs>
  <Slides>8</Slides>
  <Notes>4</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8</vt:i4>
      </vt:variant>
    </vt:vector>
  </HeadingPairs>
  <TitlesOfParts>
    <vt:vector size="19" baseType="lpstr">
      <vt:lpstr>Arial</vt:lpstr>
      <vt:lpstr>宋体</vt:lpstr>
      <vt:lpstr>Wingdings</vt:lpstr>
      <vt:lpstr>Wingdings</vt:lpstr>
      <vt:lpstr>汉仪正圆 55简</vt:lpstr>
      <vt:lpstr>汉仪正圆-75W</vt:lpstr>
      <vt:lpstr>微软雅黑</vt:lpstr>
      <vt:lpstr>Arial Unicode MS</vt:lpstr>
      <vt:lpstr>Calibri</vt:lpstr>
      <vt:lpstr>WPS</vt:lpstr>
      <vt:lpstr>可爱卡通绿色产品发布会模板</vt:lpstr>
      <vt:lpstr>图像增强报告一</vt:lpstr>
      <vt:lpstr>主要完成任务</vt:lpstr>
      <vt:lpstr>PowerPoint 演示文稿</vt:lpstr>
      <vt:lpstr>PowerPoint 演示文稿</vt:lpstr>
      <vt:lpstr>结论：  无需手工先验或正则项，仅依靠Retinex理论的基本假设，即可实现高质量的低光图像增强。  提出的对比学习和自知识蒸馏方法有效提升了反射和光照特征的质量。  RFR网络在多个数据集上表现出优异的性能和泛化能力。</vt:lpstr>
      <vt:lpstr>PowerPoint 演示文稿</vt:lpstr>
      <vt:lpstr>数据集：在LOL和SICE数据集上进行定量评估，在MEF等数据集上进行定性比较。 评价指标：PSNR、SSIM、LPIPS、DeltaE等。 对比方法：包括传统方法、有监督方法和无监督方法共13种。 结果： PairLIE在无监督方法中表现最佳，与有监督方法竞争力相当。 视觉上具有良好的亮度、颜色、对比度和自然度，噪声抑制效果显著。</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丨丨c</cp:lastModifiedBy>
  <cp:revision>167</cp:revision>
  <dcterms:created xsi:type="dcterms:W3CDTF">2019-06-19T02:08:00Z</dcterms:created>
  <dcterms:modified xsi:type="dcterms:W3CDTF">2025-09-22T09:21:38Z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2052-12.1.0.22529</vt:lpwstr>
  </property>
  <property fmtid="{D5CDD505-2E9C-101B-9397-08002B2CF9AE}" pid="3" name="ICV">
    <vt:lpwstr>4A5BA10F0EB84EB29D00068B0FC0DFA4_11</vt:lpwstr>
  </property>
</Properties>
</file>