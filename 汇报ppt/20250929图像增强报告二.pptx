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1.svg" ContentType="image/svg+xml"/>
  <Override PartName="/ppt/media/image13.svg" ContentType="image/svg+xml"/>
  <Override PartName="/ppt/media/image14.svg" ContentType="image/svg+xml"/>
  <Override PartName="/ppt/media/image16.svg" ContentType="image/svg+xml"/>
  <Override PartName="/ppt/media/image18.svg" ContentType="image/svg+xml"/>
  <Override PartName="/ppt/media/image2.svg" ContentType="image/svg+xml"/>
  <Override PartName="/ppt/media/image20.svg" ContentType="image/svg+xml"/>
  <Override PartName="/ppt/media/image21.svg" ContentType="image/svg+xml"/>
  <Override PartName="/ppt/media/image23.svg" ContentType="image/svg+xml"/>
  <Override PartName="/ppt/media/image25.svg" ContentType="image/svg+xml"/>
  <Override PartName="/ppt/media/image26.svg" ContentType="image/svg+xml"/>
  <Override PartName="/ppt/media/image27.svg" ContentType="image/svg+xml"/>
  <Override PartName="/ppt/media/image4.svg" ContentType="image/svg+xml"/>
  <Override PartName="/ppt/media/image5.svg" ContentType="image/svg+xml"/>
  <Override PartName="/ppt/media/image7.svg" ContentType="image/svg+xml"/>
  <Override PartName="/ppt/media/image9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</p:sldMasterIdLst>
  <p:sldIdLst>
    <p:sldId id="256" r:id="rId4"/>
    <p:sldId id="257" r:id="rId5"/>
    <p:sldId id="263" r:id="rId6"/>
    <p:sldId id="258" r:id="rId7"/>
    <p:sldId id="260" r:id="rId8"/>
    <p:sldId id="264" r:id="rId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2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28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9" Type="http://schemas.openxmlformats.org/officeDocument/2006/relationships/tags" Target="../tags/tag68.xml"/><Relationship Id="rId8" Type="http://schemas.openxmlformats.org/officeDocument/2006/relationships/tags" Target="../tags/tag67.xml"/><Relationship Id="rId7" Type="http://schemas.openxmlformats.org/officeDocument/2006/relationships/tags" Target="../tags/tag66.xml"/><Relationship Id="rId6" Type="http://schemas.openxmlformats.org/officeDocument/2006/relationships/tags" Target="../tags/tag65.xml"/><Relationship Id="rId5" Type="http://schemas.openxmlformats.org/officeDocument/2006/relationships/tags" Target="../tags/tag64.xml"/><Relationship Id="rId4" Type="http://schemas.openxmlformats.org/officeDocument/2006/relationships/image" Target="../media/image2.svg"/><Relationship Id="rId35" Type="http://schemas.openxmlformats.org/officeDocument/2006/relationships/tags" Target="../tags/tag83.xml"/><Relationship Id="rId34" Type="http://schemas.openxmlformats.org/officeDocument/2006/relationships/tags" Target="../tags/tag82.xml"/><Relationship Id="rId33" Type="http://schemas.openxmlformats.org/officeDocument/2006/relationships/tags" Target="../tags/tag81.xml"/><Relationship Id="rId32" Type="http://schemas.openxmlformats.org/officeDocument/2006/relationships/image" Target="../media/image13.svg"/><Relationship Id="rId31" Type="http://schemas.openxmlformats.org/officeDocument/2006/relationships/image" Target="../media/image12.png"/><Relationship Id="rId30" Type="http://schemas.openxmlformats.org/officeDocument/2006/relationships/tags" Target="../tags/tag80.xml"/><Relationship Id="rId3" Type="http://schemas.openxmlformats.org/officeDocument/2006/relationships/image" Target="../media/image1.png"/><Relationship Id="rId29" Type="http://schemas.openxmlformats.org/officeDocument/2006/relationships/image" Target="../media/image11.svg"/><Relationship Id="rId28" Type="http://schemas.openxmlformats.org/officeDocument/2006/relationships/image" Target="../media/image10.png"/><Relationship Id="rId27" Type="http://schemas.openxmlformats.org/officeDocument/2006/relationships/tags" Target="../tags/tag79.xml"/><Relationship Id="rId26" Type="http://schemas.openxmlformats.org/officeDocument/2006/relationships/image" Target="../media/image9.svg"/><Relationship Id="rId25" Type="http://schemas.openxmlformats.org/officeDocument/2006/relationships/image" Target="../media/image8.png"/><Relationship Id="rId24" Type="http://schemas.openxmlformats.org/officeDocument/2006/relationships/tags" Target="../tags/tag78.xml"/><Relationship Id="rId23" Type="http://schemas.openxmlformats.org/officeDocument/2006/relationships/image" Target="../media/image7.svg"/><Relationship Id="rId22" Type="http://schemas.openxmlformats.org/officeDocument/2006/relationships/image" Target="../media/image6.png"/><Relationship Id="rId21" Type="http://schemas.openxmlformats.org/officeDocument/2006/relationships/tags" Target="../tags/tag77.xml"/><Relationship Id="rId20" Type="http://schemas.openxmlformats.org/officeDocument/2006/relationships/image" Target="../media/image5.svg"/><Relationship Id="rId2" Type="http://schemas.openxmlformats.org/officeDocument/2006/relationships/tags" Target="../tags/tag63.xml"/><Relationship Id="rId19" Type="http://schemas.openxmlformats.org/officeDocument/2006/relationships/tags" Target="../tags/tag76.xml"/><Relationship Id="rId18" Type="http://schemas.openxmlformats.org/officeDocument/2006/relationships/tags" Target="../tags/tag75.xml"/><Relationship Id="rId17" Type="http://schemas.openxmlformats.org/officeDocument/2006/relationships/tags" Target="../tags/tag74.xml"/><Relationship Id="rId16" Type="http://schemas.openxmlformats.org/officeDocument/2006/relationships/tags" Target="../tags/tag73.xml"/><Relationship Id="rId15" Type="http://schemas.openxmlformats.org/officeDocument/2006/relationships/tags" Target="../tags/tag72.xml"/><Relationship Id="rId14" Type="http://schemas.openxmlformats.org/officeDocument/2006/relationships/tags" Target="../tags/tag71.xml"/><Relationship Id="rId13" Type="http://schemas.openxmlformats.org/officeDocument/2006/relationships/tags" Target="../tags/tag70.xml"/><Relationship Id="rId12" Type="http://schemas.openxmlformats.org/officeDocument/2006/relationships/image" Target="../media/image4.svg"/><Relationship Id="rId11" Type="http://schemas.openxmlformats.org/officeDocument/2006/relationships/image" Target="../media/image3.png"/><Relationship Id="rId10" Type="http://schemas.openxmlformats.org/officeDocument/2006/relationships/tags" Target="../tags/tag69.xml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6" Type="http://schemas.openxmlformats.org/officeDocument/2006/relationships/tags" Target="../tags/tag88.xml"/><Relationship Id="rId5" Type="http://schemas.openxmlformats.org/officeDocument/2006/relationships/tags" Target="../tags/tag87.xml"/><Relationship Id="rId4" Type="http://schemas.openxmlformats.org/officeDocument/2006/relationships/tags" Target="../tags/tag86.xml"/><Relationship Id="rId3" Type="http://schemas.openxmlformats.org/officeDocument/2006/relationships/tags" Target="../tags/tag85.xml"/><Relationship Id="rId2" Type="http://schemas.openxmlformats.org/officeDocument/2006/relationships/tags" Target="../tags/tag84.xml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9" Type="http://schemas.openxmlformats.org/officeDocument/2006/relationships/tags" Target="../tags/tag94.xml"/><Relationship Id="rId8" Type="http://schemas.openxmlformats.org/officeDocument/2006/relationships/tags" Target="../tags/tag93.xml"/><Relationship Id="rId7" Type="http://schemas.openxmlformats.org/officeDocument/2006/relationships/tags" Target="../tags/tag92.xml"/><Relationship Id="rId6" Type="http://schemas.openxmlformats.org/officeDocument/2006/relationships/tags" Target="../tags/tag91.xml"/><Relationship Id="rId5" Type="http://schemas.openxmlformats.org/officeDocument/2006/relationships/tags" Target="../tags/tag90.xml"/><Relationship Id="rId4" Type="http://schemas.openxmlformats.org/officeDocument/2006/relationships/image" Target="../media/image2.svg"/><Relationship Id="rId3" Type="http://schemas.openxmlformats.org/officeDocument/2006/relationships/image" Target="../media/image1.png"/><Relationship Id="rId25" Type="http://schemas.openxmlformats.org/officeDocument/2006/relationships/image" Target="../media/image20.svg"/><Relationship Id="rId24" Type="http://schemas.openxmlformats.org/officeDocument/2006/relationships/image" Target="../media/image19.png"/><Relationship Id="rId23" Type="http://schemas.openxmlformats.org/officeDocument/2006/relationships/tags" Target="../tags/tag102.xml"/><Relationship Id="rId22" Type="http://schemas.openxmlformats.org/officeDocument/2006/relationships/tags" Target="../tags/tag101.xml"/><Relationship Id="rId21" Type="http://schemas.openxmlformats.org/officeDocument/2006/relationships/tags" Target="../tags/tag100.xml"/><Relationship Id="rId20" Type="http://schemas.openxmlformats.org/officeDocument/2006/relationships/tags" Target="../tags/tag99.xml"/><Relationship Id="rId2" Type="http://schemas.openxmlformats.org/officeDocument/2006/relationships/tags" Target="../tags/tag89.xml"/><Relationship Id="rId19" Type="http://schemas.openxmlformats.org/officeDocument/2006/relationships/tags" Target="../tags/tag98.xml"/><Relationship Id="rId18" Type="http://schemas.openxmlformats.org/officeDocument/2006/relationships/image" Target="../media/image18.svg"/><Relationship Id="rId17" Type="http://schemas.openxmlformats.org/officeDocument/2006/relationships/image" Target="../media/image17.png"/><Relationship Id="rId16" Type="http://schemas.openxmlformats.org/officeDocument/2006/relationships/tags" Target="../tags/tag97.xml"/><Relationship Id="rId15" Type="http://schemas.openxmlformats.org/officeDocument/2006/relationships/image" Target="../media/image16.svg"/><Relationship Id="rId14" Type="http://schemas.openxmlformats.org/officeDocument/2006/relationships/image" Target="../media/image15.png"/><Relationship Id="rId13" Type="http://schemas.openxmlformats.org/officeDocument/2006/relationships/tags" Target="../tags/tag96.xml"/><Relationship Id="rId12" Type="http://schemas.openxmlformats.org/officeDocument/2006/relationships/image" Target="../media/image14.svg"/><Relationship Id="rId11" Type="http://schemas.openxmlformats.org/officeDocument/2006/relationships/image" Target="../media/image3.png"/><Relationship Id="rId10" Type="http://schemas.openxmlformats.org/officeDocument/2006/relationships/tags" Target="../tags/tag95.xml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9" Type="http://schemas.openxmlformats.org/officeDocument/2006/relationships/tags" Target="../tags/tag108.xml"/><Relationship Id="rId8" Type="http://schemas.openxmlformats.org/officeDocument/2006/relationships/tags" Target="../tags/tag107.xml"/><Relationship Id="rId7" Type="http://schemas.openxmlformats.org/officeDocument/2006/relationships/tags" Target="../tags/tag106.xml"/><Relationship Id="rId6" Type="http://schemas.openxmlformats.org/officeDocument/2006/relationships/tags" Target="../tags/tag105.xml"/><Relationship Id="rId5" Type="http://schemas.openxmlformats.org/officeDocument/2006/relationships/tags" Target="../tags/tag104.xml"/><Relationship Id="rId4" Type="http://schemas.openxmlformats.org/officeDocument/2006/relationships/image" Target="../media/image2.svg"/><Relationship Id="rId3" Type="http://schemas.openxmlformats.org/officeDocument/2006/relationships/image" Target="../media/image1.png"/><Relationship Id="rId27" Type="http://schemas.openxmlformats.org/officeDocument/2006/relationships/tags" Target="../tags/tag116.xml"/><Relationship Id="rId26" Type="http://schemas.openxmlformats.org/officeDocument/2006/relationships/tags" Target="../tags/tag115.xml"/><Relationship Id="rId25" Type="http://schemas.openxmlformats.org/officeDocument/2006/relationships/tags" Target="../tags/tag114.xml"/><Relationship Id="rId24" Type="http://schemas.openxmlformats.org/officeDocument/2006/relationships/image" Target="../media/image25.svg"/><Relationship Id="rId23" Type="http://schemas.openxmlformats.org/officeDocument/2006/relationships/image" Target="../media/image24.png"/><Relationship Id="rId22" Type="http://schemas.openxmlformats.org/officeDocument/2006/relationships/tags" Target="../tags/tag113.xml"/><Relationship Id="rId21" Type="http://schemas.openxmlformats.org/officeDocument/2006/relationships/image" Target="../media/image13.svg"/><Relationship Id="rId20" Type="http://schemas.openxmlformats.org/officeDocument/2006/relationships/image" Target="../media/image12.png"/><Relationship Id="rId2" Type="http://schemas.openxmlformats.org/officeDocument/2006/relationships/tags" Target="../tags/tag103.xml"/><Relationship Id="rId19" Type="http://schemas.openxmlformats.org/officeDocument/2006/relationships/tags" Target="../tags/tag112.xml"/><Relationship Id="rId18" Type="http://schemas.openxmlformats.org/officeDocument/2006/relationships/image" Target="../media/image23.svg"/><Relationship Id="rId17" Type="http://schemas.openxmlformats.org/officeDocument/2006/relationships/image" Target="../media/image22.png"/><Relationship Id="rId16" Type="http://schemas.openxmlformats.org/officeDocument/2006/relationships/tags" Target="../tags/tag111.xml"/><Relationship Id="rId15" Type="http://schemas.openxmlformats.org/officeDocument/2006/relationships/image" Target="../media/image9.svg"/><Relationship Id="rId14" Type="http://schemas.openxmlformats.org/officeDocument/2006/relationships/image" Target="../media/image8.png"/><Relationship Id="rId13" Type="http://schemas.openxmlformats.org/officeDocument/2006/relationships/tags" Target="../tags/tag110.xml"/><Relationship Id="rId12" Type="http://schemas.openxmlformats.org/officeDocument/2006/relationships/image" Target="../media/image21.svg"/><Relationship Id="rId11" Type="http://schemas.openxmlformats.org/officeDocument/2006/relationships/image" Target="../media/image3.png"/><Relationship Id="rId10" Type="http://schemas.openxmlformats.org/officeDocument/2006/relationships/tags" Target="../tags/tag109.xml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7" Type="http://schemas.openxmlformats.org/officeDocument/2006/relationships/tags" Target="../tags/tag122.xml"/><Relationship Id="rId6" Type="http://schemas.openxmlformats.org/officeDocument/2006/relationships/tags" Target="../tags/tag121.xml"/><Relationship Id="rId5" Type="http://schemas.openxmlformats.org/officeDocument/2006/relationships/tags" Target="../tags/tag120.xml"/><Relationship Id="rId4" Type="http://schemas.openxmlformats.org/officeDocument/2006/relationships/tags" Target="../tags/tag119.xml"/><Relationship Id="rId3" Type="http://schemas.openxmlformats.org/officeDocument/2006/relationships/tags" Target="../tags/tag118.xml"/><Relationship Id="rId2" Type="http://schemas.openxmlformats.org/officeDocument/2006/relationships/tags" Target="../tags/tag117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9" Type="http://schemas.openxmlformats.org/officeDocument/2006/relationships/tags" Target="../tags/tag130.xml"/><Relationship Id="rId8" Type="http://schemas.openxmlformats.org/officeDocument/2006/relationships/tags" Target="../tags/tag129.xml"/><Relationship Id="rId7" Type="http://schemas.openxmlformats.org/officeDocument/2006/relationships/tags" Target="../tags/tag128.xml"/><Relationship Id="rId6" Type="http://schemas.openxmlformats.org/officeDocument/2006/relationships/tags" Target="../tags/tag127.xml"/><Relationship Id="rId5" Type="http://schemas.openxmlformats.org/officeDocument/2006/relationships/tags" Target="../tags/tag126.xml"/><Relationship Id="rId4" Type="http://schemas.openxmlformats.org/officeDocument/2006/relationships/tags" Target="../tags/tag125.xml"/><Relationship Id="rId3" Type="http://schemas.openxmlformats.org/officeDocument/2006/relationships/tags" Target="../tags/tag124.xml"/><Relationship Id="rId2" Type="http://schemas.openxmlformats.org/officeDocument/2006/relationships/tags" Target="../tags/tag123.xm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5" Type="http://schemas.openxmlformats.org/officeDocument/2006/relationships/tags" Target="../tags/tag134.xml"/><Relationship Id="rId4" Type="http://schemas.openxmlformats.org/officeDocument/2006/relationships/tags" Target="../tags/tag133.xml"/><Relationship Id="rId3" Type="http://schemas.openxmlformats.org/officeDocument/2006/relationships/tags" Target="../tags/tag132.xml"/><Relationship Id="rId2" Type="http://schemas.openxmlformats.org/officeDocument/2006/relationships/tags" Target="../tags/tag131.xm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4" Type="http://schemas.openxmlformats.org/officeDocument/2006/relationships/tags" Target="../tags/tag137.xml"/><Relationship Id="rId3" Type="http://schemas.openxmlformats.org/officeDocument/2006/relationships/tags" Target="../tags/tag136.xml"/><Relationship Id="rId2" Type="http://schemas.openxmlformats.org/officeDocument/2006/relationships/tags" Target="../tags/tag135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5" Type="http://schemas.openxmlformats.org/officeDocument/2006/relationships/tags" Target="../tags/tag141.xml"/><Relationship Id="rId4" Type="http://schemas.openxmlformats.org/officeDocument/2006/relationships/tags" Target="../tags/tag140.xml"/><Relationship Id="rId3" Type="http://schemas.openxmlformats.org/officeDocument/2006/relationships/tags" Target="../tags/tag139.xml"/><Relationship Id="rId2" Type="http://schemas.openxmlformats.org/officeDocument/2006/relationships/tags" Target="../tags/tag138.xml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6" Type="http://schemas.openxmlformats.org/officeDocument/2006/relationships/tags" Target="../tags/tag146.xml"/><Relationship Id="rId5" Type="http://schemas.openxmlformats.org/officeDocument/2006/relationships/tags" Target="../tags/tag145.xml"/><Relationship Id="rId4" Type="http://schemas.openxmlformats.org/officeDocument/2006/relationships/tags" Target="../tags/tag144.xml"/><Relationship Id="rId3" Type="http://schemas.openxmlformats.org/officeDocument/2006/relationships/tags" Target="../tags/tag143.xml"/><Relationship Id="rId2" Type="http://schemas.openxmlformats.org/officeDocument/2006/relationships/tags" Target="../tags/tag142.xml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9" Type="http://schemas.openxmlformats.org/officeDocument/2006/relationships/tags" Target="../tags/tag152.xml"/><Relationship Id="rId8" Type="http://schemas.openxmlformats.org/officeDocument/2006/relationships/tags" Target="../tags/tag151.xml"/><Relationship Id="rId7" Type="http://schemas.openxmlformats.org/officeDocument/2006/relationships/tags" Target="../tags/tag150.xml"/><Relationship Id="rId6" Type="http://schemas.openxmlformats.org/officeDocument/2006/relationships/tags" Target="../tags/tag149.xml"/><Relationship Id="rId5" Type="http://schemas.openxmlformats.org/officeDocument/2006/relationships/tags" Target="../tags/tag148.xml"/><Relationship Id="rId4" Type="http://schemas.openxmlformats.org/officeDocument/2006/relationships/image" Target="../media/image2.svg"/><Relationship Id="rId35" Type="http://schemas.openxmlformats.org/officeDocument/2006/relationships/tags" Target="../tags/tag167.xml"/><Relationship Id="rId34" Type="http://schemas.openxmlformats.org/officeDocument/2006/relationships/tags" Target="../tags/tag166.xml"/><Relationship Id="rId33" Type="http://schemas.openxmlformats.org/officeDocument/2006/relationships/tags" Target="../tags/tag165.xml"/><Relationship Id="rId32" Type="http://schemas.openxmlformats.org/officeDocument/2006/relationships/image" Target="../media/image13.svg"/><Relationship Id="rId31" Type="http://schemas.openxmlformats.org/officeDocument/2006/relationships/image" Target="../media/image12.png"/><Relationship Id="rId30" Type="http://schemas.openxmlformats.org/officeDocument/2006/relationships/tags" Target="../tags/tag164.xml"/><Relationship Id="rId3" Type="http://schemas.openxmlformats.org/officeDocument/2006/relationships/image" Target="../media/image1.png"/><Relationship Id="rId29" Type="http://schemas.openxmlformats.org/officeDocument/2006/relationships/image" Target="../media/image11.svg"/><Relationship Id="rId28" Type="http://schemas.openxmlformats.org/officeDocument/2006/relationships/image" Target="../media/image10.png"/><Relationship Id="rId27" Type="http://schemas.openxmlformats.org/officeDocument/2006/relationships/tags" Target="../tags/tag163.xml"/><Relationship Id="rId26" Type="http://schemas.openxmlformats.org/officeDocument/2006/relationships/image" Target="../media/image9.svg"/><Relationship Id="rId25" Type="http://schemas.openxmlformats.org/officeDocument/2006/relationships/image" Target="../media/image8.png"/><Relationship Id="rId24" Type="http://schemas.openxmlformats.org/officeDocument/2006/relationships/tags" Target="../tags/tag162.xml"/><Relationship Id="rId23" Type="http://schemas.openxmlformats.org/officeDocument/2006/relationships/image" Target="../media/image7.svg"/><Relationship Id="rId22" Type="http://schemas.openxmlformats.org/officeDocument/2006/relationships/image" Target="../media/image6.png"/><Relationship Id="rId21" Type="http://schemas.openxmlformats.org/officeDocument/2006/relationships/tags" Target="../tags/tag161.xml"/><Relationship Id="rId20" Type="http://schemas.openxmlformats.org/officeDocument/2006/relationships/image" Target="../media/image26.svg"/><Relationship Id="rId2" Type="http://schemas.openxmlformats.org/officeDocument/2006/relationships/tags" Target="../tags/tag147.xml"/><Relationship Id="rId19" Type="http://schemas.openxmlformats.org/officeDocument/2006/relationships/tags" Target="../tags/tag160.xml"/><Relationship Id="rId18" Type="http://schemas.openxmlformats.org/officeDocument/2006/relationships/tags" Target="../tags/tag159.xml"/><Relationship Id="rId17" Type="http://schemas.openxmlformats.org/officeDocument/2006/relationships/tags" Target="../tags/tag158.xml"/><Relationship Id="rId16" Type="http://schemas.openxmlformats.org/officeDocument/2006/relationships/tags" Target="../tags/tag157.xml"/><Relationship Id="rId15" Type="http://schemas.openxmlformats.org/officeDocument/2006/relationships/tags" Target="../tags/tag156.xml"/><Relationship Id="rId14" Type="http://schemas.openxmlformats.org/officeDocument/2006/relationships/tags" Target="../tags/tag155.xml"/><Relationship Id="rId13" Type="http://schemas.openxmlformats.org/officeDocument/2006/relationships/tags" Target="../tags/tag154.xml"/><Relationship Id="rId12" Type="http://schemas.openxmlformats.org/officeDocument/2006/relationships/image" Target="../media/image4.svg"/><Relationship Id="rId11" Type="http://schemas.openxmlformats.org/officeDocument/2006/relationships/image" Target="../media/image3.png"/><Relationship Id="rId10" Type="http://schemas.openxmlformats.org/officeDocument/2006/relationships/tags" Target="../tags/tag153.xml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图形 17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0"/>
            <a:ext cx="6096000" cy="2227580"/>
          </a:xfrm>
          <a:prstGeom prst="rect">
            <a:avLst/>
          </a:prstGeom>
        </p:spPr>
      </p:pic>
      <p:pic>
        <p:nvPicPr>
          <p:cNvPr id="19" name="图形 18"/>
          <p:cNvPicPr>
            <a:picLocks noChangeAspect="1"/>
          </p:cNvPicPr>
          <p:nvPr userDrawn="1">
            <p:custDataLst>
              <p:tags r:id="rId5"/>
            </p:custDataLst>
          </p:nvPr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096000" y="0"/>
            <a:ext cx="6096000" cy="2227580"/>
          </a:xfrm>
          <a:prstGeom prst="rect">
            <a:avLst/>
          </a:prstGeom>
        </p:spPr>
      </p:pic>
      <p:pic>
        <p:nvPicPr>
          <p:cNvPr id="16" name="图形 15"/>
          <p:cNvPicPr>
            <a:picLocks noChangeAspect="1"/>
          </p:cNvPicPr>
          <p:nvPr userDrawn="1">
            <p:custDataLst>
              <p:tags r:id="rId6"/>
            </p:custDataLst>
          </p:nvPr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2308225"/>
            <a:ext cx="6096000" cy="2227580"/>
          </a:xfrm>
          <a:prstGeom prst="rect">
            <a:avLst/>
          </a:prstGeom>
        </p:spPr>
      </p:pic>
      <p:pic>
        <p:nvPicPr>
          <p:cNvPr id="17" name="图形 16"/>
          <p:cNvPicPr>
            <a:picLocks noChangeAspect="1"/>
          </p:cNvPicPr>
          <p:nvPr userDrawn="1">
            <p:custDataLst>
              <p:tags r:id="rId7"/>
            </p:custDataLst>
          </p:nvPr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096000" y="2308225"/>
            <a:ext cx="6096000" cy="2227580"/>
          </a:xfrm>
          <a:prstGeom prst="rect">
            <a:avLst/>
          </a:prstGeom>
        </p:spPr>
      </p:pic>
      <p:pic>
        <p:nvPicPr>
          <p:cNvPr id="14" name="图形 13"/>
          <p:cNvPicPr>
            <a:picLocks noChangeAspect="1"/>
          </p:cNvPicPr>
          <p:nvPr userDrawn="1">
            <p:custDataLst>
              <p:tags r:id="rId8"/>
            </p:custDataLst>
          </p:nvPr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4630420"/>
            <a:ext cx="6096000" cy="2227580"/>
          </a:xfrm>
          <a:prstGeom prst="rect">
            <a:avLst/>
          </a:prstGeom>
        </p:spPr>
      </p:pic>
      <p:pic>
        <p:nvPicPr>
          <p:cNvPr id="15" name="图形 14"/>
          <p:cNvPicPr>
            <a:picLocks noChangeAspect="1"/>
          </p:cNvPicPr>
          <p:nvPr userDrawn="1">
            <p:custDataLst>
              <p:tags r:id="rId9"/>
            </p:custDataLst>
          </p:nvPr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096000" y="4630420"/>
            <a:ext cx="6096000" cy="2227580"/>
          </a:xfrm>
          <a:prstGeom prst="rect">
            <a:avLst/>
          </a:prstGeom>
        </p:spPr>
      </p:pic>
      <p:pic>
        <p:nvPicPr>
          <p:cNvPr id="10" name="图形 9"/>
          <p:cNvPicPr>
            <a:picLocks noChangeAspect="1"/>
          </p:cNvPicPr>
          <p:nvPr userDrawn="1">
            <p:custDataLst>
              <p:tags r:id="rId10"/>
            </p:custDataLst>
          </p:nvPr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08585" y="99695"/>
            <a:ext cx="11974195" cy="6668770"/>
          </a:xfrm>
          <a:prstGeom prst="rect">
            <a:avLst/>
          </a:prstGeom>
        </p:spPr>
      </p:pic>
      <p:pic>
        <p:nvPicPr>
          <p:cNvPr id="39" name="图形 38"/>
          <p:cNvPicPr>
            <a:picLocks noChangeAspect="1"/>
          </p:cNvPicPr>
          <p:nvPr userDrawn="1">
            <p:custDataLst>
              <p:tags r:id="rId13"/>
            </p:custDataLst>
          </p:nvPr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6985"/>
            <a:ext cx="6096000" cy="2227580"/>
          </a:xfrm>
          <a:prstGeom prst="rect">
            <a:avLst/>
          </a:prstGeom>
        </p:spPr>
      </p:pic>
      <p:pic>
        <p:nvPicPr>
          <p:cNvPr id="40" name="图形 39"/>
          <p:cNvPicPr>
            <a:picLocks noChangeAspect="1"/>
          </p:cNvPicPr>
          <p:nvPr userDrawn="1">
            <p:custDataLst>
              <p:tags r:id="rId14"/>
            </p:custDataLst>
          </p:nvPr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096000" y="6985"/>
            <a:ext cx="6096000" cy="2227580"/>
          </a:xfrm>
          <a:prstGeom prst="rect">
            <a:avLst/>
          </a:prstGeom>
        </p:spPr>
      </p:pic>
      <p:pic>
        <p:nvPicPr>
          <p:cNvPr id="37" name="图形 36"/>
          <p:cNvPicPr>
            <a:picLocks noChangeAspect="1"/>
          </p:cNvPicPr>
          <p:nvPr userDrawn="1">
            <p:custDataLst>
              <p:tags r:id="rId15"/>
            </p:custDataLst>
          </p:nvPr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2315845"/>
            <a:ext cx="6096000" cy="2227580"/>
          </a:xfrm>
          <a:prstGeom prst="rect">
            <a:avLst/>
          </a:prstGeom>
        </p:spPr>
      </p:pic>
      <p:pic>
        <p:nvPicPr>
          <p:cNvPr id="38" name="图形 37"/>
          <p:cNvPicPr>
            <a:picLocks noChangeAspect="1"/>
          </p:cNvPicPr>
          <p:nvPr userDrawn="1">
            <p:custDataLst>
              <p:tags r:id="rId16"/>
            </p:custDataLst>
          </p:nvPr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096000" y="2315845"/>
            <a:ext cx="6096000" cy="2227580"/>
          </a:xfrm>
          <a:prstGeom prst="rect">
            <a:avLst/>
          </a:prstGeom>
        </p:spPr>
      </p:pic>
      <p:pic>
        <p:nvPicPr>
          <p:cNvPr id="35" name="图形 34"/>
          <p:cNvPicPr>
            <a:picLocks noChangeAspect="1"/>
          </p:cNvPicPr>
          <p:nvPr userDrawn="1">
            <p:custDataLst>
              <p:tags r:id="rId17"/>
            </p:custDataLst>
          </p:nvPr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4630420"/>
            <a:ext cx="6096000" cy="2227580"/>
          </a:xfrm>
          <a:prstGeom prst="rect">
            <a:avLst/>
          </a:prstGeom>
        </p:spPr>
      </p:pic>
      <p:pic>
        <p:nvPicPr>
          <p:cNvPr id="36" name="图形 35"/>
          <p:cNvPicPr>
            <a:picLocks noChangeAspect="1"/>
          </p:cNvPicPr>
          <p:nvPr userDrawn="1">
            <p:custDataLst>
              <p:tags r:id="rId18"/>
            </p:custDataLst>
          </p:nvPr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096000" y="4630420"/>
            <a:ext cx="6096000" cy="2227580"/>
          </a:xfrm>
          <a:prstGeom prst="rect">
            <a:avLst/>
          </a:prstGeom>
        </p:spPr>
      </p:pic>
      <p:pic>
        <p:nvPicPr>
          <p:cNvPr id="29" name="图形 28"/>
          <p:cNvPicPr>
            <a:picLocks noChangeAspect="1"/>
          </p:cNvPicPr>
          <p:nvPr userDrawn="1">
            <p:custDataLst>
              <p:tags r:id="rId19"/>
            </p:custDataLst>
          </p:nvPr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108857" y="94506"/>
            <a:ext cx="11974287" cy="6668989"/>
          </a:xfrm>
          <a:prstGeom prst="rect">
            <a:avLst/>
          </a:prstGeom>
        </p:spPr>
      </p:pic>
      <p:pic>
        <p:nvPicPr>
          <p:cNvPr id="42" name="图形 41"/>
          <p:cNvPicPr>
            <a:picLocks noChangeAspect="1"/>
          </p:cNvPicPr>
          <p:nvPr userDrawn="1">
            <p:custDataLst>
              <p:tags r:id="rId21"/>
            </p:custDataLst>
          </p:nvPr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7104152" y="949251"/>
            <a:ext cx="4555498" cy="5306405"/>
          </a:xfrm>
          <a:prstGeom prst="rect">
            <a:avLst/>
          </a:prstGeom>
        </p:spPr>
      </p:pic>
      <p:pic>
        <p:nvPicPr>
          <p:cNvPr id="43" name="图形 42"/>
          <p:cNvPicPr>
            <a:picLocks noChangeAspect="1"/>
          </p:cNvPicPr>
          <p:nvPr userDrawn="1">
            <p:custDataLst>
              <p:tags r:id="rId24"/>
            </p:custDataLst>
          </p:nvPr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567641" y="5819581"/>
            <a:ext cx="1009423" cy="858481"/>
          </a:xfrm>
          <a:prstGeom prst="rect">
            <a:avLst/>
          </a:prstGeom>
        </p:spPr>
      </p:pic>
      <p:pic>
        <p:nvPicPr>
          <p:cNvPr id="47" name="图形 46"/>
          <p:cNvPicPr>
            <a:picLocks noChangeAspect="1"/>
          </p:cNvPicPr>
          <p:nvPr userDrawn="1">
            <p:custDataLst>
              <p:tags r:id="rId27"/>
            </p:custDataLst>
          </p:nvPr>
        </p:nvPicPr>
        <p:blipFill>
          <a:blip r:embed="rId28"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10340071" y="5912604"/>
            <a:ext cx="1284288" cy="662101"/>
          </a:xfrm>
          <a:prstGeom prst="rect">
            <a:avLst/>
          </a:prstGeom>
        </p:spPr>
      </p:pic>
      <p:pic>
        <p:nvPicPr>
          <p:cNvPr id="50" name="图形 49"/>
          <p:cNvPicPr>
            <a:picLocks noChangeAspect="1"/>
          </p:cNvPicPr>
          <p:nvPr userDrawn="1">
            <p:custDataLst>
              <p:tags r:id="rId30"/>
            </p:custDataLst>
          </p:nvPr>
        </p:nvPicPr>
        <p:blipFill>
          <a:blip r:embed="rId31">
            <a:extLs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 flipH="1">
            <a:off x="6399301" y="745241"/>
            <a:ext cx="896813" cy="541639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ctrTitle"/>
            <p:custDataLst>
              <p:tags r:id="rId33"/>
            </p:custDataLst>
          </p:nvPr>
        </p:nvSpPr>
        <p:spPr>
          <a:xfrm>
            <a:off x="1243965" y="2376170"/>
            <a:ext cx="5928995" cy="2152015"/>
          </a:xfrm>
        </p:spPr>
        <p:txBody>
          <a:bodyPr wrap="square" lIns="0" tIns="0" rIns="0" bIns="0" anchor="t" anchorCtr="0">
            <a:normAutofit/>
          </a:bodyPr>
          <a:lstStyle>
            <a:lvl1pPr algn="l">
              <a:lnSpc>
                <a:spcPct val="100000"/>
              </a:lnSpc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"/>
          <p:cNvSpPr>
            <a:spLocks noGrp="1"/>
          </p:cNvSpPr>
          <p:nvPr>
            <p:ph type="subTitle" idx="1" hasCustomPrompt="1"/>
            <p:custDataLst>
              <p:tags r:id="rId34"/>
            </p:custDataLst>
          </p:nvPr>
        </p:nvSpPr>
        <p:spPr>
          <a:xfrm>
            <a:off x="1243965" y="1476375"/>
            <a:ext cx="5928995" cy="687070"/>
          </a:xfrm>
        </p:spPr>
        <p:txBody>
          <a:bodyPr wrap="square" lIns="0" tIns="0" rIns="0" bIns="0" anchor="b">
            <a:normAutofit/>
          </a:bodyPr>
          <a:lstStyle>
            <a:lvl1pPr marL="0" indent="0" algn="l">
              <a:lnSpc>
                <a:spcPct val="100000"/>
              </a:lnSpc>
              <a:buNone/>
              <a:defRPr sz="36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日期时间</a:t>
            </a:r>
            <a:endParaRPr lang="zh-CN" altLang="en-US" dirty="0"/>
          </a:p>
        </p:txBody>
      </p:sp>
      <p:sp>
        <p:nvSpPr>
          <p:cNvPr id="4" name="署名占位符 10"/>
          <p:cNvSpPr>
            <a:spLocks noGrp="1"/>
          </p:cNvSpPr>
          <p:nvPr>
            <p:ph type="body" sz="quarter" idx="17" hasCustomPrompt="1"/>
            <p:custDataLst>
              <p:tags r:id="rId35"/>
            </p:custDataLst>
          </p:nvPr>
        </p:nvSpPr>
        <p:spPr>
          <a:xfrm>
            <a:off x="1243965" y="4669790"/>
            <a:ext cx="2499995" cy="57467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9050">
            <a:solidFill>
              <a:schemeClr val="bg1"/>
            </a:solidFill>
          </a:ln>
        </p:spPr>
        <p:txBody>
          <a:bodyPr wrap="square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6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dirty="0"/>
              <a:t>署名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灯片编号占位符 38"/>
          <p:cNvSpPr>
            <a:spLocks noGrp="1"/>
          </p:cNvSpPr>
          <p:nvPr>
            <p:ph type="sldNum" sz="quarter" idx="4"/>
            <p:custDataLst>
              <p:tags r:id="rId2"/>
            </p:custDataLst>
          </p:nvPr>
        </p:nvSpPr>
        <p:spPr>
          <a:xfrm>
            <a:off x="8753983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40" name="页脚占位符 39"/>
          <p:cNvSpPr>
            <a:spLocks noGrp="1"/>
          </p:cNvSpPr>
          <p:nvPr>
            <p:ph type="ftr" sz="quarter" idx="3"/>
            <p:custDataLst>
              <p:tags r:id="rId3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41" name="日期占位符 40"/>
          <p:cNvSpPr>
            <a:spLocks noGrp="1"/>
          </p:cNvSpPr>
          <p:nvPr>
            <p:ph type="dt" sz="half" idx="2"/>
            <p:custDataLst>
              <p:tags r:id="rId4"/>
            </p:custDataLst>
          </p:nvPr>
        </p:nvSpPr>
        <p:spPr>
          <a:xfrm>
            <a:off x="69596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2" name="文本占位符 41"/>
          <p:cNvSpPr>
            <a:spLocks noGrp="1"/>
          </p:cNvSpPr>
          <p:nvPr>
            <p:ph type="body" idx="1"/>
            <p:custDataLst>
              <p:tags r:id="rId5"/>
            </p:custDataLst>
          </p:nvPr>
        </p:nvSpPr>
        <p:spPr>
          <a:xfrm>
            <a:off x="695960" y="1301749"/>
            <a:ext cx="10800000" cy="48736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3" name="标题占位符 1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>
          <a:xfrm>
            <a:off x="695960" y="360000"/>
            <a:ext cx="10800000" cy="72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图形 73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0"/>
            <a:ext cx="6096000" cy="2227580"/>
          </a:xfrm>
          <a:prstGeom prst="rect">
            <a:avLst/>
          </a:prstGeom>
        </p:spPr>
      </p:pic>
      <p:pic>
        <p:nvPicPr>
          <p:cNvPr id="75" name="图形 74"/>
          <p:cNvPicPr>
            <a:picLocks noChangeAspect="1"/>
          </p:cNvPicPr>
          <p:nvPr userDrawn="1">
            <p:custDataLst>
              <p:tags r:id="rId5"/>
            </p:custDataLst>
          </p:nvPr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096000" y="0"/>
            <a:ext cx="6096000" cy="2227580"/>
          </a:xfrm>
          <a:prstGeom prst="rect">
            <a:avLst/>
          </a:prstGeom>
        </p:spPr>
      </p:pic>
      <p:pic>
        <p:nvPicPr>
          <p:cNvPr id="72" name="图形 71"/>
          <p:cNvPicPr>
            <a:picLocks noChangeAspect="1"/>
          </p:cNvPicPr>
          <p:nvPr userDrawn="1">
            <p:custDataLst>
              <p:tags r:id="rId6"/>
            </p:custDataLst>
          </p:nvPr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2303145"/>
            <a:ext cx="6096000" cy="2227580"/>
          </a:xfrm>
          <a:prstGeom prst="rect">
            <a:avLst/>
          </a:prstGeom>
        </p:spPr>
      </p:pic>
      <p:pic>
        <p:nvPicPr>
          <p:cNvPr id="73" name="图形 72"/>
          <p:cNvPicPr>
            <a:picLocks noChangeAspect="1"/>
          </p:cNvPicPr>
          <p:nvPr userDrawn="1">
            <p:custDataLst>
              <p:tags r:id="rId7"/>
            </p:custDataLst>
          </p:nvPr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096000" y="2303145"/>
            <a:ext cx="6096000" cy="2227580"/>
          </a:xfrm>
          <a:prstGeom prst="rect">
            <a:avLst/>
          </a:prstGeom>
        </p:spPr>
      </p:pic>
      <p:pic>
        <p:nvPicPr>
          <p:cNvPr id="70" name="图形 69"/>
          <p:cNvPicPr>
            <a:picLocks noChangeAspect="1"/>
          </p:cNvPicPr>
          <p:nvPr userDrawn="1">
            <p:custDataLst>
              <p:tags r:id="rId8"/>
            </p:custDataLst>
          </p:nvPr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4625340"/>
            <a:ext cx="6096000" cy="2227580"/>
          </a:xfrm>
          <a:prstGeom prst="rect">
            <a:avLst/>
          </a:prstGeom>
        </p:spPr>
      </p:pic>
      <p:pic>
        <p:nvPicPr>
          <p:cNvPr id="71" name="图形 70"/>
          <p:cNvPicPr>
            <a:picLocks noChangeAspect="1"/>
          </p:cNvPicPr>
          <p:nvPr userDrawn="1">
            <p:custDataLst>
              <p:tags r:id="rId9"/>
            </p:custDataLst>
          </p:nvPr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096000" y="4625340"/>
            <a:ext cx="6096000" cy="2227580"/>
          </a:xfrm>
          <a:prstGeom prst="rect">
            <a:avLst/>
          </a:prstGeom>
        </p:spPr>
      </p:pic>
      <p:pic>
        <p:nvPicPr>
          <p:cNvPr id="3" name="图形 9"/>
          <p:cNvPicPr>
            <a:picLocks noChangeAspect="1"/>
          </p:cNvPicPr>
          <p:nvPr userDrawn="1">
            <p:custDataLst>
              <p:tags r:id="rId10"/>
            </p:custDataLst>
          </p:nvPr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08585" y="99695"/>
            <a:ext cx="11974195" cy="6668770"/>
          </a:xfrm>
          <a:prstGeom prst="rect">
            <a:avLst/>
          </a:prstGeom>
        </p:spPr>
      </p:pic>
      <p:pic>
        <p:nvPicPr>
          <p:cNvPr id="43" name="图形 42"/>
          <p:cNvPicPr>
            <a:picLocks noChangeAspect="1"/>
          </p:cNvPicPr>
          <p:nvPr userDrawn="1">
            <p:custDataLst>
              <p:tags r:id="rId13"/>
            </p:custDataLst>
          </p:nvPr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0677867" y="5806881"/>
            <a:ext cx="1009423" cy="858481"/>
          </a:xfrm>
          <a:prstGeom prst="rect">
            <a:avLst/>
          </a:prstGeom>
        </p:spPr>
      </p:pic>
      <p:pic>
        <p:nvPicPr>
          <p:cNvPr id="5" name="图形 1"/>
          <p:cNvPicPr>
            <a:picLocks noChangeAspect="1"/>
          </p:cNvPicPr>
          <p:nvPr userDrawn="1">
            <p:custDataLst>
              <p:tags r:id="rId16"/>
            </p:custDataLst>
          </p:nvPr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715065" y="505567"/>
            <a:ext cx="4969556" cy="6159795"/>
          </a:xfrm>
          <a:prstGeom prst="rect">
            <a:avLst/>
          </a:prstGeom>
        </p:spPr>
      </p:pic>
      <p:sp>
        <p:nvSpPr>
          <p:cNvPr id="22" name="标题 1"/>
          <p:cNvSpPr>
            <a:spLocks noGrp="1"/>
          </p:cNvSpPr>
          <p:nvPr>
            <p:ph type="title" hasCustomPrompt="1"/>
            <p:custDataLst>
              <p:tags r:id="rId19"/>
            </p:custDataLst>
          </p:nvPr>
        </p:nvSpPr>
        <p:spPr>
          <a:xfrm>
            <a:off x="1323975" y="732790"/>
            <a:ext cx="1604010" cy="2117725"/>
          </a:xfrm>
        </p:spPr>
        <p:txBody>
          <a:bodyPr wrap="square" anchor="ctr" anchorCtr="0">
            <a:normAutofit/>
          </a:bodyPr>
          <a:lstStyle>
            <a:lvl1pPr algn="ctr">
              <a:defRPr kumimoji="0" lang="zh-CN" altLang="en-US" sz="6000" b="0" i="0" u="none" strike="noStrike" kern="1200" cap="none" spc="0" normalizeH="0" baseline="0" noProof="1" dirty="0">
                <a:solidFill>
                  <a:schemeClr val="tx1"/>
                </a:solidFill>
                <a:latin typeface="+mj-lt"/>
                <a:ea typeface="+mj-ea"/>
                <a:cs typeface="汉仪正圆 55简" panose="00020600040101010101" charset="-122"/>
              </a:defRPr>
            </a:lvl1pPr>
          </a:lstStyle>
          <a:p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21" name="灯片编号占位符 5"/>
          <p:cNvSpPr>
            <a:spLocks noGrp="1"/>
          </p:cNvSpPr>
          <p:nvPr>
            <p:ph type="sldNum" sz="quarter" idx="12"/>
            <p:custDataLst>
              <p:tags r:id="rId20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20" name="页脚占位符 4"/>
          <p:cNvSpPr>
            <a:spLocks noGrp="1"/>
          </p:cNvSpPr>
          <p:nvPr>
            <p:ph type="ftr" sz="quarter" idx="11"/>
            <p:custDataLst>
              <p:tags r:id="rId21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日期占位符 3"/>
          <p:cNvSpPr>
            <a:spLocks noGrp="1"/>
          </p:cNvSpPr>
          <p:nvPr>
            <p:ph type="dt" sz="half" idx="10"/>
            <p:custDataLst>
              <p:tags r:id="rId22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pic>
        <p:nvPicPr>
          <p:cNvPr id="2" name="图形 13"/>
          <p:cNvPicPr>
            <a:picLocks noChangeAspect="1"/>
          </p:cNvPicPr>
          <p:nvPr userDrawn="1">
            <p:custDataLst>
              <p:tags r:id="rId23"/>
            </p:custDataLst>
          </p:nvPr>
        </p:nvPicPr>
        <p:blipFill>
          <a:blip r:embed="rId24"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4136359" y="4365019"/>
            <a:ext cx="1277498" cy="23696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图形 16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096000" y="2308225"/>
            <a:ext cx="6096000" cy="2227580"/>
          </a:xfrm>
          <a:prstGeom prst="rect">
            <a:avLst/>
          </a:prstGeom>
        </p:spPr>
      </p:pic>
      <p:pic>
        <p:nvPicPr>
          <p:cNvPr id="15" name="图形 14"/>
          <p:cNvPicPr>
            <a:picLocks noChangeAspect="1"/>
          </p:cNvPicPr>
          <p:nvPr userDrawn="1">
            <p:custDataLst>
              <p:tags r:id="rId5"/>
            </p:custDataLst>
          </p:nvPr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096000" y="4630420"/>
            <a:ext cx="6096000" cy="2227580"/>
          </a:xfrm>
          <a:prstGeom prst="rect">
            <a:avLst/>
          </a:prstGeom>
        </p:spPr>
      </p:pic>
      <p:pic>
        <p:nvPicPr>
          <p:cNvPr id="18" name="图形 17"/>
          <p:cNvPicPr>
            <a:picLocks noChangeAspect="1"/>
          </p:cNvPicPr>
          <p:nvPr userDrawn="1">
            <p:custDataLst>
              <p:tags r:id="rId6"/>
            </p:custDataLst>
          </p:nvPr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0"/>
            <a:ext cx="6096000" cy="2227580"/>
          </a:xfrm>
          <a:prstGeom prst="rect">
            <a:avLst/>
          </a:prstGeom>
        </p:spPr>
      </p:pic>
      <p:pic>
        <p:nvPicPr>
          <p:cNvPr id="19" name="图形 18"/>
          <p:cNvPicPr>
            <a:picLocks noChangeAspect="1"/>
          </p:cNvPicPr>
          <p:nvPr userDrawn="1">
            <p:custDataLst>
              <p:tags r:id="rId7"/>
            </p:custDataLst>
          </p:nvPr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096000" y="0"/>
            <a:ext cx="6096000" cy="2227580"/>
          </a:xfrm>
          <a:prstGeom prst="rect">
            <a:avLst/>
          </a:prstGeom>
        </p:spPr>
      </p:pic>
      <p:pic>
        <p:nvPicPr>
          <p:cNvPr id="16" name="图形 15"/>
          <p:cNvPicPr>
            <a:picLocks noChangeAspect="1"/>
          </p:cNvPicPr>
          <p:nvPr userDrawn="1">
            <p:custDataLst>
              <p:tags r:id="rId8"/>
            </p:custDataLst>
          </p:nvPr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2308225"/>
            <a:ext cx="6096000" cy="2227580"/>
          </a:xfrm>
          <a:prstGeom prst="rect">
            <a:avLst/>
          </a:prstGeom>
        </p:spPr>
      </p:pic>
      <p:pic>
        <p:nvPicPr>
          <p:cNvPr id="14" name="图形 13"/>
          <p:cNvPicPr>
            <a:picLocks noChangeAspect="1"/>
          </p:cNvPicPr>
          <p:nvPr userDrawn="1">
            <p:custDataLst>
              <p:tags r:id="rId9"/>
            </p:custDataLst>
          </p:nvPr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4630420"/>
            <a:ext cx="6096000" cy="2227580"/>
          </a:xfrm>
          <a:prstGeom prst="rect">
            <a:avLst/>
          </a:prstGeom>
        </p:spPr>
      </p:pic>
      <p:pic>
        <p:nvPicPr>
          <p:cNvPr id="26" name="图形 28"/>
          <p:cNvPicPr>
            <a:picLocks noChangeAspect="1"/>
          </p:cNvPicPr>
          <p:nvPr userDrawn="1">
            <p:custDataLst>
              <p:tags r:id="rId10"/>
            </p:custDataLst>
          </p:nvPr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08857" y="94506"/>
            <a:ext cx="11974287" cy="6668989"/>
          </a:xfrm>
          <a:prstGeom prst="rect">
            <a:avLst/>
          </a:prstGeom>
        </p:spPr>
      </p:pic>
      <p:pic>
        <p:nvPicPr>
          <p:cNvPr id="39" name="图形 38"/>
          <p:cNvPicPr>
            <a:picLocks noChangeAspect="1"/>
          </p:cNvPicPr>
          <p:nvPr userDrawn="1">
            <p:custDataLst>
              <p:tags r:id="rId13"/>
            </p:custDataLst>
          </p:nvPr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555967" y="5764246"/>
            <a:ext cx="1009423" cy="858481"/>
          </a:xfrm>
          <a:prstGeom prst="rect">
            <a:avLst/>
          </a:prstGeom>
        </p:spPr>
      </p:pic>
      <p:pic>
        <p:nvPicPr>
          <p:cNvPr id="20" name="图形 14"/>
          <p:cNvPicPr>
            <a:picLocks noChangeAspect="1"/>
          </p:cNvPicPr>
          <p:nvPr userDrawn="1">
            <p:custDataLst>
              <p:tags r:id="rId16"/>
            </p:custDataLst>
          </p:nvPr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7124700" y="1902460"/>
            <a:ext cx="4688205" cy="4091940"/>
          </a:xfrm>
          <a:prstGeom prst="rect">
            <a:avLst/>
          </a:prstGeom>
        </p:spPr>
      </p:pic>
      <p:pic>
        <p:nvPicPr>
          <p:cNvPr id="22" name="图形 19"/>
          <p:cNvPicPr>
            <a:picLocks noChangeAspect="1"/>
          </p:cNvPicPr>
          <p:nvPr userDrawn="1">
            <p:custDataLst>
              <p:tags r:id="rId19"/>
            </p:custDataLst>
          </p:nvPr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 flipH="1">
            <a:off x="10196195" y="942975"/>
            <a:ext cx="952500" cy="575310"/>
          </a:xfrm>
          <a:prstGeom prst="rect">
            <a:avLst/>
          </a:prstGeom>
        </p:spPr>
      </p:pic>
      <p:pic>
        <p:nvPicPr>
          <p:cNvPr id="3" name="图形 45"/>
          <p:cNvPicPr>
            <a:picLocks noChangeAspect="1"/>
          </p:cNvPicPr>
          <p:nvPr userDrawn="1">
            <p:custDataLst>
              <p:tags r:id="rId22"/>
            </p:custDataLst>
          </p:nvPr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 rot="19974736" flipH="1">
            <a:off x="6915522" y="1414841"/>
            <a:ext cx="954235" cy="1052149"/>
          </a:xfrm>
          <a:prstGeom prst="rect">
            <a:avLst/>
          </a:prstGeom>
        </p:spPr>
      </p:pic>
      <p:sp>
        <p:nvSpPr>
          <p:cNvPr id="4" name="标题 3"/>
          <p:cNvSpPr>
            <a:spLocks noGrp="1"/>
          </p:cNvSpPr>
          <p:nvPr>
            <p:ph type="title" hasCustomPrompt="1"/>
            <p:custDataLst>
              <p:tags r:id="rId25"/>
            </p:custDataLst>
          </p:nvPr>
        </p:nvSpPr>
        <p:spPr>
          <a:xfrm>
            <a:off x="1175385" y="3062605"/>
            <a:ext cx="5822950" cy="1016000"/>
          </a:xfrm>
        </p:spPr>
        <p:txBody>
          <a:bodyPr lIns="0" tIns="0" rIns="0" bIns="0" anchor="ctr" anchorCtr="0">
            <a:normAutofit/>
          </a:bodyPr>
          <a:lstStyle>
            <a:lvl1pPr>
              <a:defRPr sz="6000" b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zh-CN" altLang="en-US" dirty="0"/>
              <a:t>编辑标题</a:t>
            </a:r>
            <a:endParaRPr lang="zh-CN" altLang="en-US" dirty="0"/>
          </a:p>
        </p:txBody>
      </p:sp>
      <p:sp>
        <p:nvSpPr>
          <p:cNvPr id="6" name="副标题 5"/>
          <p:cNvSpPr>
            <a:spLocks noGrp="1"/>
          </p:cNvSpPr>
          <p:nvPr>
            <p:ph type="subTitle" idx="1" hasCustomPrompt="1"/>
            <p:custDataLst>
              <p:tags r:id="rId26"/>
            </p:custDataLst>
          </p:nvPr>
        </p:nvSpPr>
        <p:spPr>
          <a:xfrm>
            <a:off x="1175385" y="4177665"/>
            <a:ext cx="5822950" cy="452755"/>
          </a:xfrm>
        </p:spPr>
        <p:txBody>
          <a:bodyPr wrap="square">
            <a:normAutofit/>
          </a:bodyPr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idx="13" hasCustomPrompt="1"/>
            <p:custDataLst>
              <p:tags r:id="rId27"/>
            </p:custDataLst>
          </p:nvPr>
        </p:nvSpPr>
        <p:spPr>
          <a:xfrm>
            <a:off x="1175385" y="1630045"/>
            <a:ext cx="5822950" cy="1341120"/>
          </a:xfrm>
        </p:spPr>
        <p:txBody>
          <a:bodyPr wrap="none" anchor="b" anchorCtr="0"/>
          <a:lstStyle>
            <a:lvl1pPr marL="0" indent="0" algn="l">
              <a:buNone/>
              <a:defRPr sz="6000" b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lvl="0"/>
            <a:r>
              <a:rPr lang="zh-CN" altLang="en-US"/>
              <a:t>节编号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2"/>
            </p:custDataLst>
          </p:nvPr>
        </p:nvSpPr>
        <p:spPr>
          <a:xfrm>
            <a:off x="695960" y="1301750"/>
            <a:ext cx="5323840" cy="487585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172200" y="1301750"/>
            <a:ext cx="5323840" cy="487585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8" name="标题 1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"/>
            </p:custDataLst>
          </p:nvPr>
        </p:nvSpPr>
        <p:spPr>
          <a:xfrm>
            <a:off x="695960" y="1301750"/>
            <a:ext cx="5323840" cy="411303"/>
          </a:xfrm>
        </p:spPr>
        <p:txBody>
          <a:bodyPr anchor="ctr" anchorCtr="0"/>
          <a:lstStyle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95960" y="1875099"/>
            <a:ext cx="5323840" cy="4300276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  <p:custDataLst>
              <p:tags r:id="rId4"/>
            </p:custDataLst>
          </p:nvPr>
        </p:nvSpPr>
        <p:spPr>
          <a:xfrm>
            <a:off x="6172200" y="1301750"/>
            <a:ext cx="5323840" cy="411303"/>
          </a:xfrm>
        </p:spPr>
        <p:txBody>
          <a:bodyPr anchor="ctr" anchorCtr="0"/>
          <a:lstStyle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5"/>
            </p:custDataLst>
          </p:nvPr>
        </p:nvSpPr>
        <p:spPr>
          <a:xfrm>
            <a:off x="6172200" y="1875099"/>
            <a:ext cx="5323840" cy="4300276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10" name="标题 1"/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6" name="标题 1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仅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95960" y="360045"/>
            <a:ext cx="10801985" cy="581787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idx="13" hasCustomPrompt="1"/>
            <p:custDataLst>
              <p:tags r:id="rId5"/>
            </p:custDataLst>
          </p:nvPr>
        </p:nvSpPr>
        <p:spPr>
          <a:xfrm>
            <a:off x="695960" y="1301750"/>
            <a:ext cx="10799088" cy="405553"/>
          </a:xfrm>
        </p:spPr>
        <p:txBody>
          <a:bodyPr/>
          <a:lstStyle>
            <a:lvl5pPr>
              <a:buNone/>
              <a:defRPr/>
            </a:lvl5pPr>
          </a:lstStyle>
          <a:p>
            <a:pPr lvl="0"/>
            <a:r>
              <a:rPr lang="zh-CN" altLang="en-US"/>
              <a:t>单击此处编辑副标题</a:t>
            </a:r>
            <a:endParaRPr lang="zh-CN" altLang="en-US"/>
          </a:p>
        </p:txBody>
      </p:sp>
      <p:sp>
        <p:nvSpPr>
          <p:cNvPr id="7" name="标题 1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图形 17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0"/>
            <a:ext cx="6096000" cy="2227580"/>
          </a:xfrm>
          <a:prstGeom prst="rect">
            <a:avLst/>
          </a:prstGeom>
        </p:spPr>
      </p:pic>
      <p:pic>
        <p:nvPicPr>
          <p:cNvPr id="23" name="图形 18"/>
          <p:cNvPicPr>
            <a:picLocks noChangeAspect="1"/>
          </p:cNvPicPr>
          <p:nvPr userDrawn="1">
            <p:custDataLst>
              <p:tags r:id="rId5"/>
            </p:custDataLst>
          </p:nvPr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096000" y="0"/>
            <a:ext cx="6096000" cy="2227580"/>
          </a:xfrm>
          <a:prstGeom prst="rect">
            <a:avLst/>
          </a:prstGeom>
        </p:spPr>
      </p:pic>
      <p:pic>
        <p:nvPicPr>
          <p:cNvPr id="25" name="图形 15"/>
          <p:cNvPicPr>
            <a:picLocks noChangeAspect="1"/>
          </p:cNvPicPr>
          <p:nvPr userDrawn="1">
            <p:custDataLst>
              <p:tags r:id="rId6"/>
            </p:custDataLst>
          </p:nvPr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2308225"/>
            <a:ext cx="6096000" cy="2227580"/>
          </a:xfrm>
          <a:prstGeom prst="rect">
            <a:avLst/>
          </a:prstGeom>
        </p:spPr>
      </p:pic>
      <p:pic>
        <p:nvPicPr>
          <p:cNvPr id="26" name="图形 16"/>
          <p:cNvPicPr>
            <a:picLocks noChangeAspect="1"/>
          </p:cNvPicPr>
          <p:nvPr userDrawn="1">
            <p:custDataLst>
              <p:tags r:id="rId7"/>
            </p:custDataLst>
          </p:nvPr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096000" y="2308225"/>
            <a:ext cx="6096000" cy="2227580"/>
          </a:xfrm>
          <a:prstGeom prst="rect">
            <a:avLst/>
          </a:prstGeom>
        </p:spPr>
      </p:pic>
      <p:pic>
        <p:nvPicPr>
          <p:cNvPr id="30" name="图形 13"/>
          <p:cNvPicPr>
            <a:picLocks noChangeAspect="1"/>
          </p:cNvPicPr>
          <p:nvPr userDrawn="1">
            <p:custDataLst>
              <p:tags r:id="rId8"/>
            </p:custDataLst>
          </p:nvPr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4630420"/>
            <a:ext cx="6096000" cy="2227580"/>
          </a:xfrm>
          <a:prstGeom prst="rect">
            <a:avLst/>
          </a:prstGeom>
        </p:spPr>
      </p:pic>
      <p:pic>
        <p:nvPicPr>
          <p:cNvPr id="31" name="图形 14"/>
          <p:cNvPicPr>
            <a:picLocks noChangeAspect="1"/>
          </p:cNvPicPr>
          <p:nvPr userDrawn="1">
            <p:custDataLst>
              <p:tags r:id="rId9"/>
            </p:custDataLst>
          </p:nvPr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096000" y="4630420"/>
            <a:ext cx="6096000" cy="2227580"/>
          </a:xfrm>
          <a:prstGeom prst="rect">
            <a:avLst/>
          </a:prstGeom>
        </p:spPr>
      </p:pic>
      <p:pic>
        <p:nvPicPr>
          <p:cNvPr id="32" name="图形 9"/>
          <p:cNvPicPr>
            <a:picLocks noChangeAspect="1"/>
          </p:cNvPicPr>
          <p:nvPr userDrawn="1">
            <p:custDataLst>
              <p:tags r:id="rId10"/>
            </p:custDataLst>
          </p:nvPr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08585" y="99695"/>
            <a:ext cx="11974195" cy="6668770"/>
          </a:xfrm>
          <a:prstGeom prst="rect">
            <a:avLst/>
          </a:prstGeom>
        </p:spPr>
      </p:pic>
      <p:pic>
        <p:nvPicPr>
          <p:cNvPr id="34" name="图形 38"/>
          <p:cNvPicPr>
            <a:picLocks noChangeAspect="1"/>
          </p:cNvPicPr>
          <p:nvPr userDrawn="1">
            <p:custDataLst>
              <p:tags r:id="rId13"/>
            </p:custDataLst>
          </p:nvPr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6985"/>
            <a:ext cx="6096000" cy="2227580"/>
          </a:xfrm>
          <a:prstGeom prst="rect">
            <a:avLst/>
          </a:prstGeom>
        </p:spPr>
      </p:pic>
      <p:pic>
        <p:nvPicPr>
          <p:cNvPr id="41" name="图形 39"/>
          <p:cNvPicPr>
            <a:picLocks noChangeAspect="1"/>
          </p:cNvPicPr>
          <p:nvPr userDrawn="1">
            <p:custDataLst>
              <p:tags r:id="rId14"/>
            </p:custDataLst>
          </p:nvPr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096000" y="6985"/>
            <a:ext cx="6096000" cy="2227580"/>
          </a:xfrm>
          <a:prstGeom prst="rect">
            <a:avLst/>
          </a:prstGeom>
        </p:spPr>
      </p:pic>
      <p:pic>
        <p:nvPicPr>
          <p:cNvPr id="44" name="图形 36"/>
          <p:cNvPicPr>
            <a:picLocks noChangeAspect="1"/>
          </p:cNvPicPr>
          <p:nvPr userDrawn="1">
            <p:custDataLst>
              <p:tags r:id="rId15"/>
            </p:custDataLst>
          </p:nvPr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2315845"/>
            <a:ext cx="6096000" cy="2227580"/>
          </a:xfrm>
          <a:prstGeom prst="rect">
            <a:avLst/>
          </a:prstGeom>
        </p:spPr>
      </p:pic>
      <p:pic>
        <p:nvPicPr>
          <p:cNvPr id="45" name="图形 37"/>
          <p:cNvPicPr>
            <a:picLocks noChangeAspect="1"/>
          </p:cNvPicPr>
          <p:nvPr userDrawn="1">
            <p:custDataLst>
              <p:tags r:id="rId16"/>
            </p:custDataLst>
          </p:nvPr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096000" y="2315845"/>
            <a:ext cx="6096000" cy="2227580"/>
          </a:xfrm>
          <a:prstGeom prst="rect">
            <a:avLst/>
          </a:prstGeom>
        </p:spPr>
      </p:pic>
      <p:pic>
        <p:nvPicPr>
          <p:cNvPr id="46" name="图形 34"/>
          <p:cNvPicPr>
            <a:picLocks noChangeAspect="1"/>
          </p:cNvPicPr>
          <p:nvPr userDrawn="1">
            <p:custDataLst>
              <p:tags r:id="rId17"/>
            </p:custDataLst>
          </p:nvPr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4630420"/>
            <a:ext cx="6096000" cy="2227580"/>
          </a:xfrm>
          <a:prstGeom prst="rect">
            <a:avLst/>
          </a:prstGeom>
        </p:spPr>
      </p:pic>
      <p:pic>
        <p:nvPicPr>
          <p:cNvPr id="48" name="图形 35"/>
          <p:cNvPicPr>
            <a:picLocks noChangeAspect="1"/>
          </p:cNvPicPr>
          <p:nvPr userDrawn="1">
            <p:custDataLst>
              <p:tags r:id="rId18"/>
            </p:custDataLst>
          </p:nvPr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096000" y="4630420"/>
            <a:ext cx="6096000" cy="2227580"/>
          </a:xfrm>
          <a:prstGeom prst="rect">
            <a:avLst/>
          </a:prstGeom>
        </p:spPr>
      </p:pic>
      <p:pic>
        <p:nvPicPr>
          <p:cNvPr id="51" name="图形 28"/>
          <p:cNvPicPr>
            <a:picLocks noChangeAspect="1"/>
          </p:cNvPicPr>
          <p:nvPr userDrawn="1">
            <p:custDataLst>
              <p:tags r:id="rId19"/>
            </p:custDataLst>
          </p:nvPr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108857" y="94506"/>
            <a:ext cx="11974287" cy="6668989"/>
          </a:xfrm>
          <a:prstGeom prst="rect">
            <a:avLst/>
          </a:prstGeom>
        </p:spPr>
      </p:pic>
      <p:pic>
        <p:nvPicPr>
          <p:cNvPr id="52" name="图形 41"/>
          <p:cNvPicPr>
            <a:picLocks noChangeAspect="1"/>
          </p:cNvPicPr>
          <p:nvPr userDrawn="1">
            <p:custDataLst>
              <p:tags r:id="rId21"/>
            </p:custDataLst>
          </p:nvPr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7104152" y="949251"/>
            <a:ext cx="4555498" cy="5306405"/>
          </a:xfrm>
          <a:prstGeom prst="rect">
            <a:avLst/>
          </a:prstGeom>
        </p:spPr>
      </p:pic>
      <p:pic>
        <p:nvPicPr>
          <p:cNvPr id="54" name="图形 42"/>
          <p:cNvPicPr>
            <a:picLocks noChangeAspect="1"/>
          </p:cNvPicPr>
          <p:nvPr userDrawn="1">
            <p:custDataLst>
              <p:tags r:id="rId24"/>
            </p:custDataLst>
          </p:nvPr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567641" y="5819581"/>
            <a:ext cx="1009423" cy="858481"/>
          </a:xfrm>
          <a:prstGeom prst="rect">
            <a:avLst/>
          </a:prstGeom>
        </p:spPr>
      </p:pic>
      <p:pic>
        <p:nvPicPr>
          <p:cNvPr id="55" name="图形 46"/>
          <p:cNvPicPr>
            <a:picLocks noChangeAspect="1"/>
          </p:cNvPicPr>
          <p:nvPr userDrawn="1">
            <p:custDataLst>
              <p:tags r:id="rId27"/>
            </p:custDataLst>
          </p:nvPr>
        </p:nvPicPr>
        <p:blipFill>
          <a:blip r:embed="rId28"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10340071" y="5912604"/>
            <a:ext cx="1284288" cy="662101"/>
          </a:xfrm>
          <a:prstGeom prst="rect">
            <a:avLst/>
          </a:prstGeom>
        </p:spPr>
      </p:pic>
      <p:pic>
        <p:nvPicPr>
          <p:cNvPr id="56" name="图形 49"/>
          <p:cNvPicPr>
            <a:picLocks noChangeAspect="1"/>
          </p:cNvPicPr>
          <p:nvPr userDrawn="1">
            <p:custDataLst>
              <p:tags r:id="rId30"/>
            </p:custDataLst>
          </p:nvPr>
        </p:nvPicPr>
        <p:blipFill>
          <a:blip r:embed="rId31">
            <a:extLs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 flipH="1">
            <a:off x="6399301" y="745241"/>
            <a:ext cx="896813" cy="541639"/>
          </a:xfrm>
          <a:prstGeom prst="rect">
            <a:avLst/>
          </a:prstGeom>
        </p:spPr>
      </p:pic>
      <p:sp>
        <p:nvSpPr>
          <p:cNvPr id="57" name="标题 56"/>
          <p:cNvSpPr>
            <a:spLocks noGrp="1"/>
          </p:cNvSpPr>
          <p:nvPr>
            <p:ph type="ctrTitle" hasCustomPrompt="1"/>
            <p:custDataLst>
              <p:tags r:id="rId33"/>
            </p:custDataLst>
          </p:nvPr>
        </p:nvSpPr>
        <p:spPr>
          <a:xfrm>
            <a:off x="1240155" y="2686685"/>
            <a:ext cx="6096635" cy="1579245"/>
          </a:xfrm>
        </p:spPr>
        <p:txBody>
          <a:bodyPr wrap="square" lIns="0" tIns="0" rIns="0" bIns="0" anchor="ctr" anchorCtr="0">
            <a:normAutofit/>
          </a:bodyPr>
          <a:lstStyle>
            <a:lvl1pPr algn="l">
              <a:lnSpc>
                <a:spcPct val="100000"/>
              </a:lnSpc>
              <a:defRPr sz="7200"/>
            </a:lvl1pPr>
          </a:lstStyle>
          <a:p>
            <a:r>
              <a:rPr lang="zh-CN" altLang="en-US" dirty="0"/>
              <a:t>编辑母版标题</a:t>
            </a:r>
            <a:endParaRPr lang="zh-CN" altLang="en-US" dirty="0"/>
          </a:p>
        </p:txBody>
      </p:sp>
      <p:sp>
        <p:nvSpPr>
          <p:cNvPr id="58" name="日期"/>
          <p:cNvSpPr>
            <a:spLocks noGrp="1"/>
          </p:cNvSpPr>
          <p:nvPr>
            <p:ph type="subTitle" idx="1" hasCustomPrompt="1"/>
            <p:custDataLst>
              <p:tags r:id="rId34"/>
            </p:custDataLst>
          </p:nvPr>
        </p:nvSpPr>
        <p:spPr>
          <a:xfrm>
            <a:off x="1240155" y="1798320"/>
            <a:ext cx="6096635" cy="687070"/>
          </a:xfrm>
        </p:spPr>
        <p:txBody>
          <a:bodyPr wrap="square" lIns="0" tIns="0" rIns="0" bIns="0" anchor="b">
            <a:normAutofit/>
          </a:bodyPr>
          <a:lstStyle>
            <a:lvl1pPr marL="0" indent="0" algn="l">
              <a:lnSpc>
                <a:spcPct val="100000"/>
              </a:lnSpc>
              <a:buNone/>
              <a:defRPr sz="36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日期</a:t>
            </a:r>
            <a:endParaRPr lang="zh-CN" altLang="en-US" dirty="0"/>
          </a:p>
        </p:txBody>
      </p:sp>
      <p:sp>
        <p:nvSpPr>
          <p:cNvPr id="59" name="署名占位符 10"/>
          <p:cNvSpPr>
            <a:spLocks noGrp="1"/>
          </p:cNvSpPr>
          <p:nvPr>
            <p:ph type="body" sz="quarter" idx="17" hasCustomPrompt="1"/>
            <p:custDataLst>
              <p:tags r:id="rId35"/>
            </p:custDataLst>
          </p:nvPr>
        </p:nvSpPr>
        <p:spPr>
          <a:xfrm>
            <a:off x="1240155" y="4467225"/>
            <a:ext cx="2499995" cy="57467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9050">
            <a:solidFill>
              <a:schemeClr val="bg1"/>
            </a:solidFill>
          </a:ln>
        </p:spPr>
        <p:txBody>
          <a:bodyPr wrap="square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6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dirty="0"/>
              <a:t>署名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9" Type="http://schemas.openxmlformats.org/officeDocument/2006/relationships/theme" Target="../theme/theme2.xml"/><Relationship Id="rId28" Type="http://schemas.openxmlformats.org/officeDocument/2006/relationships/tags" Target="../tags/tag180.xml"/><Relationship Id="rId27" Type="http://schemas.openxmlformats.org/officeDocument/2006/relationships/tags" Target="../tags/tag179.xml"/><Relationship Id="rId26" Type="http://schemas.openxmlformats.org/officeDocument/2006/relationships/tags" Target="../tags/tag178.xml"/><Relationship Id="rId25" Type="http://schemas.openxmlformats.org/officeDocument/2006/relationships/tags" Target="../tags/tag177.xml"/><Relationship Id="rId24" Type="http://schemas.openxmlformats.org/officeDocument/2006/relationships/tags" Target="../tags/tag176.xml"/><Relationship Id="rId23" Type="http://schemas.openxmlformats.org/officeDocument/2006/relationships/tags" Target="../tags/tag175.xml"/><Relationship Id="rId22" Type="http://schemas.openxmlformats.org/officeDocument/2006/relationships/image" Target="../media/image27.svg"/><Relationship Id="rId21" Type="http://schemas.openxmlformats.org/officeDocument/2006/relationships/image" Target="../media/image3.png"/><Relationship Id="rId20" Type="http://schemas.openxmlformats.org/officeDocument/2006/relationships/tags" Target="../tags/tag174.xml"/><Relationship Id="rId2" Type="http://schemas.openxmlformats.org/officeDocument/2006/relationships/slideLayout" Target="../slideLayouts/slideLayout13.xml"/><Relationship Id="rId19" Type="http://schemas.openxmlformats.org/officeDocument/2006/relationships/tags" Target="../tags/tag173.xml"/><Relationship Id="rId18" Type="http://schemas.openxmlformats.org/officeDocument/2006/relationships/tags" Target="../tags/tag172.xml"/><Relationship Id="rId17" Type="http://schemas.openxmlformats.org/officeDocument/2006/relationships/tags" Target="../tags/tag171.xml"/><Relationship Id="rId16" Type="http://schemas.openxmlformats.org/officeDocument/2006/relationships/tags" Target="../tags/tag170.xml"/><Relationship Id="rId15" Type="http://schemas.openxmlformats.org/officeDocument/2006/relationships/tags" Target="../tags/tag169.xml"/><Relationship Id="rId14" Type="http://schemas.openxmlformats.org/officeDocument/2006/relationships/image" Target="../media/image2.svg"/><Relationship Id="rId13" Type="http://schemas.openxmlformats.org/officeDocument/2006/relationships/image" Target="../media/image1.png"/><Relationship Id="rId12" Type="http://schemas.openxmlformats.org/officeDocument/2006/relationships/tags" Target="../tags/tag168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图形 17"/>
          <p:cNvPicPr>
            <a:picLocks noChangeAspect="1"/>
          </p:cNvPicPr>
          <p:nvPr userDrawn="1">
            <p:custDataLst>
              <p:tags r:id="rId12"/>
            </p:custDataLst>
          </p:nvPr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0" y="0"/>
            <a:ext cx="6096000" cy="2227580"/>
          </a:xfrm>
          <a:prstGeom prst="rect">
            <a:avLst/>
          </a:prstGeom>
        </p:spPr>
      </p:pic>
      <p:pic>
        <p:nvPicPr>
          <p:cNvPr id="19" name="图形 18"/>
          <p:cNvPicPr>
            <a:picLocks noChangeAspect="1"/>
          </p:cNvPicPr>
          <p:nvPr userDrawn="1">
            <p:custDataLst>
              <p:tags r:id="rId15"/>
            </p:custDataLst>
          </p:nvPr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096000" y="0"/>
            <a:ext cx="6096000" cy="2227580"/>
          </a:xfrm>
          <a:prstGeom prst="rect">
            <a:avLst/>
          </a:prstGeom>
        </p:spPr>
      </p:pic>
      <p:pic>
        <p:nvPicPr>
          <p:cNvPr id="16" name="图形 15"/>
          <p:cNvPicPr>
            <a:picLocks noChangeAspect="1"/>
          </p:cNvPicPr>
          <p:nvPr userDrawn="1">
            <p:custDataLst>
              <p:tags r:id="rId16"/>
            </p:custDataLst>
          </p:nvPr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0" y="2308225"/>
            <a:ext cx="6096000" cy="2227580"/>
          </a:xfrm>
          <a:prstGeom prst="rect">
            <a:avLst/>
          </a:prstGeom>
        </p:spPr>
      </p:pic>
      <p:pic>
        <p:nvPicPr>
          <p:cNvPr id="17" name="图形 16"/>
          <p:cNvPicPr>
            <a:picLocks noChangeAspect="1"/>
          </p:cNvPicPr>
          <p:nvPr userDrawn="1">
            <p:custDataLst>
              <p:tags r:id="rId17"/>
            </p:custDataLst>
          </p:nvPr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096000" y="2308225"/>
            <a:ext cx="6096000" cy="2227580"/>
          </a:xfrm>
          <a:prstGeom prst="rect">
            <a:avLst/>
          </a:prstGeom>
        </p:spPr>
      </p:pic>
      <p:pic>
        <p:nvPicPr>
          <p:cNvPr id="14" name="图形 13"/>
          <p:cNvPicPr>
            <a:picLocks noChangeAspect="1"/>
          </p:cNvPicPr>
          <p:nvPr userDrawn="1">
            <p:custDataLst>
              <p:tags r:id="rId18"/>
            </p:custDataLst>
          </p:nvPr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0" y="4630420"/>
            <a:ext cx="6096000" cy="2227580"/>
          </a:xfrm>
          <a:prstGeom prst="rect">
            <a:avLst/>
          </a:prstGeom>
        </p:spPr>
      </p:pic>
      <p:pic>
        <p:nvPicPr>
          <p:cNvPr id="15" name="图形 14"/>
          <p:cNvPicPr>
            <a:picLocks noChangeAspect="1"/>
          </p:cNvPicPr>
          <p:nvPr userDrawn="1">
            <p:custDataLst>
              <p:tags r:id="rId19"/>
            </p:custDataLst>
          </p:nvPr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096000" y="4630420"/>
            <a:ext cx="6096000" cy="2227580"/>
          </a:xfrm>
          <a:prstGeom prst="rect">
            <a:avLst/>
          </a:prstGeom>
        </p:spPr>
      </p:pic>
      <p:pic>
        <p:nvPicPr>
          <p:cNvPr id="10" name="图形 9"/>
          <p:cNvPicPr>
            <a:picLocks noChangeAspect="1"/>
          </p:cNvPicPr>
          <p:nvPr userDrawn="1">
            <p:custDataLst>
              <p:tags r:id="rId20"/>
            </p:custDataLst>
          </p:nvPr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108585" y="99695"/>
            <a:ext cx="11974195" cy="6668770"/>
          </a:xfrm>
          <a:prstGeom prst="rect">
            <a:avLst/>
          </a:prstGeom>
        </p:spPr>
      </p:pic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3"/>
            </p:custDataLst>
          </p:nvPr>
        </p:nvSpPr>
        <p:spPr>
          <a:xfrm>
            <a:off x="8753983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24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25"/>
            </p:custDataLst>
          </p:nvPr>
        </p:nvSpPr>
        <p:spPr>
          <a:xfrm>
            <a:off x="69596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6"/>
            </p:custDataLst>
          </p:nvPr>
        </p:nvSpPr>
        <p:spPr>
          <a:xfrm>
            <a:off x="695960" y="1301749"/>
            <a:ext cx="10800000" cy="48736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  <p:custDataLst>
              <p:tags r:id="rId27"/>
            </p:custDataLst>
          </p:nvPr>
        </p:nvSpPr>
        <p:spPr>
          <a:xfrm>
            <a:off x="695960" y="360000"/>
            <a:ext cx="10800000" cy="72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8" name="KSO_TEMPLATE" hidden="1"/>
          <p:cNvSpPr/>
          <p:nvPr userDrawn="1">
            <p:custDataLst>
              <p:tags r:id="rId28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u="none" kern="1200" spc="0">
          <a:solidFill>
            <a:schemeClr val="tx1"/>
          </a:solidFill>
          <a:effectLst>
            <a:outerShdw>
              <a:srgbClr val="FFFFFF"/>
            </a:outerShdw>
          </a:effectLst>
          <a:uFill>
            <a:solidFill>
              <a:schemeClr val="bg1"/>
            </a:solidFill>
          </a:uFill>
          <a:latin typeface="+mj-lt"/>
          <a:ea typeface="+mj-ea"/>
          <a:cs typeface="+mj-cs"/>
        </a:defRPr>
      </a:lvl1pPr>
    </p:titleStyle>
    <p:bodyStyle>
      <a:lvl1pPr marL="228600" indent="0" algn="l" defTabSz="914400" rtl="0" eaLnBrk="1" latinLnBrk="0" hangingPunct="1">
        <a:lnSpc>
          <a:spcPct val="130000"/>
        </a:lnSpc>
        <a:spcBef>
          <a:spcPts val="1000"/>
        </a:spcBef>
        <a:buFont typeface="Arial" panose="020B0604020202020204" pitchFamily="34" charset="0"/>
        <a:buChar char="•"/>
        <a:defRPr sz="2400" kern="1200" spc="0">
          <a:solidFill>
            <a:schemeClr val="tx1"/>
          </a:solidFill>
          <a:latin typeface="+mn-lt"/>
          <a:ea typeface="+mn-ea"/>
          <a:cs typeface="+mn-cs"/>
        </a:defRPr>
      </a:lvl1pPr>
      <a:lvl2pPr marL="685800" indent="0" algn="l" defTabSz="914400" rtl="0" eaLnBrk="1" latinLnBrk="0" hangingPunct="1">
        <a:lnSpc>
          <a:spcPct val="130000"/>
        </a:lnSpc>
        <a:spcBef>
          <a:spcPts val="500"/>
        </a:spcBef>
        <a:buFont typeface="Arial" panose="020B0604020202020204" pitchFamily="34" charset="0"/>
        <a:buChar char="•"/>
        <a:defRPr sz="2000" kern="1200" spc="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0" algn="l" defTabSz="914400" rtl="0" eaLnBrk="1" latinLnBrk="0" hangingPunct="1">
        <a:lnSpc>
          <a:spcPct val="130000"/>
        </a:lnSpc>
        <a:spcBef>
          <a:spcPts val="500"/>
        </a:spcBef>
        <a:buFont typeface="Arial" panose="020B0604020202020204" pitchFamily="34" charset="0"/>
        <a:buChar char="•"/>
        <a:defRPr sz="1800" kern="1200" spc="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0" algn="l" defTabSz="914400" rtl="0" eaLnBrk="1" latinLnBrk="0" hangingPunct="1">
        <a:lnSpc>
          <a:spcPct val="130000"/>
        </a:lnSpc>
        <a:spcBef>
          <a:spcPts val="500"/>
        </a:spcBef>
        <a:buFont typeface="Arial" panose="020B0604020202020204" pitchFamily="34" charset="0"/>
        <a:buChar char="•"/>
        <a:defRPr sz="1800" kern="1200" spc="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0" algn="l" defTabSz="914400" rtl="0" eaLnBrk="1" latinLnBrk="0" hangingPunct="1">
        <a:lnSpc>
          <a:spcPct val="130000"/>
        </a:lnSpc>
        <a:spcBef>
          <a:spcPts val="500"/>
        </a:spcBef>
        <a:buFont typeface="Arial" panose="020B0604020202020204" pitchFamily="34" charset="0"/>
        <a:buChar char="•"/>
        <a:defRPr sz="1800" kern="1200" spc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2.xml"/><Relationship Id="rId4" Type="http://schemas.openxmlformats.org/officeDocument/2006/relationships/tags" Target="../tags/tag184.xml"/><Relationship Id="rId3" Type="http://schemas.openxmlformats.org/officeDocument/2006/relationships/tags" Target="../tags/tag183.xml"/><Relationship Id="rId2" Type="http://schemas.openxmlformats.org/officeDocument/2006/relationships/tags" Target="../tags/tag182.xml"/><Relationship Id="rId1" Type="http://schemas.openxmlformats.org/officeDocument/2006/relationships/tags" Target="../tags/tag181.xml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8.xml"/><Relationship Id="rId4" Type="http://schemas.openxmlformats.org/officeDocument/2006/relationships/tags" Target="../tags/tag187.xml"/><Relationship Id="rId3" Type="http://schemas.openxmlformats.org/officeDocument/2006/relationships/tags" Target="../tags/tag186.xml"/><Relationship Id="rId2" Type="http://schemas.openxmlformats.org/officeDocument/2006/relationships/image" Target="../media/image28.png"/><Relationship Id="rId1" Type="http://schemas.openxmlformats.org/officeDocument/2006/relationships/tags" Target="../tags/tag18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8.xml"/><Relationship Id="rId1" Type="http://schemas.openxmlformats.org/officeDocument/2006/relationships/tags" Target="../tags/tag18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8.xml"/><Relationship Id="rId1" Type="http://schemas.openxmlformats.org/officeDocument/2006/relationships/tags" Target="../tags/tag18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8.xml"/><Relationship Id="rId1" Type="http://schemas.openxmlformats.org/officeDocument/2006/relationships/tags" Target="../tags/tag190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8.xml"/><Relationship Id="rId1" Type="http://schemas.openxmlformats.org/officeDocument/2006/relationships/tags" Target="../tags/tag19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1243965" y="2683510"/>
            <a:ext cx="5928995" cy="2152015"/>
          </a:xfrm>
        </p:spPr>
        <p:txBody>
          <a:bodyPr/>
          <a:p>
            <a:r>
              <a:rPr lang="zh-CN" altLang="en-US"/>
              <a:t>图像增强报告</a:t>
            </a:r>
            <a:r>
              <a:rPr lang="zh-CN" altLang="en-US"/>
              <a:t>二</a:t>
            </a:r>
            <a:endParaRPr lang="zh-CN" altLang="en-US"/>
          </a:p>
        </p:txBody>
      </p:sp>
      <p:sp>
        <p:nvSpPr>
          <p:cNvPr id="10" name="日期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/>
          <a:p>
            <a:r>
              <a:rPr lang="en-US" altLang="zh-CN"/>
              <a:t>20250929</a:t>
            </a:r>
            <a:endParaRPr lang="en-US" altLang="zh-CN"/>
          </a:p>
        </p:txBody>
      </p:sp>
      <p:sp>
        <p:nvSpPr>
          <p:cNvPr id="11" name="文本占位符 10"/>
          <p:cNvSpPr>
            <a:spLocks noGrp="1"/>
          </p:cNvSpPr>
          <p:nvPr>
            <p:ph type="body" sz="quarter" idx="17"/>
            <p:custDataLst>
              <p:tags r:id="rId3"/>
            </p:custDataLst>
          </p:nvPr>
        </p:nvSpPr>
        <p:spPr/>
        <p:txBody>
          <a:bodyPr/>
          <a:p>
            <a:r>
              <a:rPr lang="zh-CN" altLang="en-US"/>
              <a:t>汇报人：</a:t>
            </a:r>
            <a:r>
              <a:rPr lang="zh-CN" altLang="en-US"/>
              <a:t>陈银素</a:t>
            </a:r>
            <a:endParaRPr lang="zh-CN" altLang="en-US"/>
          </a:p>
        </p:txBody>
      </p:sp>
    </p:spTree>
    <p:custDataLst>
      <p:tags r:id="rId4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标题 6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1057275" y="3350260"/>
            <a:ext cx="6704965" cy="72009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lvl="0" algn="l">
              <a:buClrTx/>
              <a:buSzTx/>
              <a:buFontTx/>
            </a:pPr>
            <a:r>
              <a:rPr lang="zh-CN" altLang="en-US" sz="3600">
                <a:sym typeface="+mn-ea"/>
              </a:rPr>
              <a:t>收获</a:t>
            </a:r>
            <a:r>
              <a:rPr lang="zh-CN" altLang="en-US" sz="3600">
                <a:sym typeface="+mn-ea"/>
              </a:rPr>
              <a:t>点</a:t>
            </a:r>
            <a:endParaRPr lang="zh-CN" altLang="en-US" sz="3600">
              <a:sym typeface="+mn-ea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954405" y="1394460"/>
            <a:ext cx="6000750" cy="18897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85750" indent="-285750">
              <a:buFont typeface="Wingdings" panose="05000000000000000000" charset="0"/>
              <a:buChar char="l"/>
            </a:pPr>
            <a:r>
              <a:rPr lang="zh-CN" altLang="en-US" sz="3600"/>
              <a:t>筛选</a:t>
            </a:r>
            <a:r>
              <a:rPr lang="zh-CN" altLang="en-US" sz="3600"/>
              <a:t>论文</a:t>
            </a:r>
            <a:endParaRPr lang="zh-CN" altLang="en-US" sz="3600"/>
          </a:p>
          <a:p>
            <a:pPr marL="285750" indent="-285750">
              <a:buFont typeface="Wingdings" panose="05000000000000000000" charset="0"/>
              <a:buChar char="l"/>
            </a:pPr>
            <a:r>
              <a:rPr lang="zh-CN" altLang="en-US" sz="3600"/>
              <a:t>粗略阅读论文</a:t>
            </a:r>
            <a:r>
              <a:rPr lang="en-US" altLang="zh-CN" sz="3600"/>
              <a:t>*19</a:t>
            </a:r>
            <a:endParaRPr lang="en-US" altLang="zh-CN" sz="360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9465" y="200025"/>
            <a:ext cx="3523615" cy="649668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1057275" y="4070350"/>
            <a:ext cx="5678805" cy="18897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571500" indent="-571500">
              <a:buFont typeface="Wingdings" panose="05000000000000000000" charset="0"/>
              <a:buChar char="l"/>
            </a:pPr>
            <a:r>
              <a:rPr lang="zh-CN" altLang="en-US" sz="3600"/>
              <a:t>学会查找需要的</a:t>
            </a:r>
            <a:r>
              <a:rPr lang="zh-CN" altLang="en-US" sz="3600"/>
              <a:t>论文</a:t>
            </a:r>
            <a:endParaRPr lang="zh-CN" altLang="en-US" sz="3600"/>
          </a:p>
          <a:p>
            <a:pPr marL="571500" indent="-571500">
              <a:buFont typeface="Wingdings" panose="05000000000000000000" charset="0"/>
              <a:buChar char="l"/>
            </a:pPr>
            <a:r>
              <a:rPr lang="zh-CN" altLang="en-US" sz="3600"/>
              <a:t>对计算机图像</a:t>
            </a:r>
            <a:r>
              <a:rPr lang="zh-CN" altLang="en-US" sz="3600"/>
              <a:t>发展有了更深刻的</a:t>
            </a:r>
            <a:r>
              <a:rPr lang="zh-CN" altLang="en-US" sz="3600"/>
              <a:t>理解</a:t>
            </a:r>
            <a:endParaRPr lang="zh-CN" altLang="en-US" sz="3600"/>
          </a:p>
        </p:txBody>
      </p:sp>
      <p:sp>
        <p:nvSpPr>
          <p:cNvPr id="4" name="标题 6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1057275" y="815340"/>
            <a:ext cx="6704965" cy="7200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0" i="0" u="none" kern="1200" spc="0">
                <a:solidFill>
                  <a:schemeClr val="tx1"/>
                </a:solidFill>
                <a:effectLst>
                  <a:outerShdw>
                    <a:srgbClr val="FFFFFF"/>
                  </a:outerShdw>
                </a:effectLst>
                <a:uFill>
                  <a:solidFill>
                    <a:schemeClr val="bg1"/>
                  </a:solidFill>
                </a:uFill>
                <a:latin typeface="+mj-lt"/>
                <a:ea typeface="+mj-ea"/>
                <a:cs typeface="+mj-cs"/>
              </a:defRPr>
            </a:lvl1pPr>
          </a:lstStyle>
          <a:p>
            <a:pPr lvl="0" algn="l">
              <a:buClrTx/>
              <a:buSzTx/>
              <a:buFontTx/>
            </a:pPr>
            <a:r>
              <a:rPr lang="zh-CN" altLang="en-US" sz="3600">
                <a:sym typeface="+mn-ea"/>
              </a:rPr>
              <a:t>主要完成任务</a:t>
            </a:r>
            <a:endParaRPr lang="zh-CN" altLang="en-US" sz="3600">
              <a:sym typeface="+mn-ea"/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/>
        </p:nvSpPr>
        <p:spPr>
          <a:xfrm>
            <a:off x="882015" y="969010"/>
            <a:ext cx="10464800" cy="49784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2002</a:t>
            </a:r>
            <a:r>
              <a:rPr lang="zh-CN" altLang="en-US"/>
              <a:t>年《</a:t>
            </a:r>
            <a:r>
              <a:rPr lang="en-US" altLang="zh-CN"/>
              <a:t>On the Algebraic and Geometric Foundations of Computer Graphics</a:t>
            </a:r>
            <a:r>
              <a:rPr lang="zh-CN" altLang="en-US"/>
              <a:t>》</a:t>
            </a:r>
            <a:endParaRPr lang="zh-CN" altLang="en-US"/>
          </a:p>
          <a:p>
            <a:r>
              <a:rPr lang="zh-CN" altLang="en-US"/>
              <a:t>计算机图形学领域长期以来依赖的</a:t>
            </a:r>
            <a:r>
              <a:rPr lang="en-US" altLang="zh-CN"/>
              <a:t>“</a:t>
            </a:r>
            <a:r>
              <a:rPr lang="zh-CN" altLang="en-US"/>
              <a:t>射影空间</a:t>
            </a:r>
            <a:r>
              <a:rPr lang="en-US" altLang="zh-CN"/>
              <a:t>”</a:t>
            </a:r>
            <a:r>
              <a:rPr lang="zh-CN" altLang="en-US"/>
              <a:t>和</a:t>
            </a:r>
            <a:r>
              <a:rPr lang="en-US" altLang="zh-CN"/>
              <a:t>“</a:t>
            </a:r>
            <a:r>
              <a:rPr lang="zh-CN" altLang="en-US"/>
              <a:t>齐次坐标</a:t>
            </a:r>
            <a:r>
              <a:rPr lang="en-US" altLang="zh-CN"/>
              <a:t>”</a:t>
            </a:r>
            <a:r>
              <a:rPr lang="zh-CN" altLang="en-US"/>
              <a:t>在代数和几何上存在根本缺陷，无法完全支撑现代图形学的需求。作者提出，</a:t>
            </a:r>
            <a:r>
              <a:rPr lang="en-US" altLang="zh-CN"/>
              <a:t>“</a:t>
            </a:r>
            <a:r>
              <a:rPr lang="zh-CN" altLang="en-US">
                <a:solidFill>
                  <a:srgbClr val="FF0000"/>
                </a:solidFill>
              </a:rPr>
              <a:t>格拉斯曼空间</a:t>
            </a:r>
            <a:r>
              <a:rPr lang="en-US" altLang="zh-CN"/>
              <a:t>”</a:t>
            </a:r>
            <a:r>
              <a:rPr lang="zh-CN" altLang="en-US"/>
              <a:t>才是更合适、更严谨的数学基础。</a:t>
            </a:r>
            <a:endParaRPr lang="zh-CN" altLang="en-US"/>
          </a:p>
          <a:p>
            <a:r>
              <a:rPr lang="en-US" altLang="zh-CN"/>
              <a:t>2003</a:t>
            </a:r>
            <a:r>
              <a:rPr lang="zh-CN" altLang="en-US"/>
              <a:t>年《</a:t>
            </a:r>
            <a:r>
              <a:rPr lang="en-US" altLang="zh-CN"/>
              <a:t>Graphcut Textures: Image and Video Synthesis Using Graph Cuts</a:t>
            </a:r>
            <a:r>
              <a:rPr lang="zh-CN" altLang="en-US"/>
              <a:t>》</a:t>
            </a:r>
            <a:endParaRPr lang="zh-CN" altLang="en-US"/>
          </a:p>
          <a:p>
            <a:r>
              <a:rPr lang="zh-CN" altLang="en-US"/>
              <a:t>通过从样本图像或视频中复制不规则形状的纹理块，并使用</a:t>
            </a:r>
            <a:r>
              <a:rPr lang="zh-CN" altLang="en-US">
                <a:solidFill>
                  <a:srgbClr val="FF0000"/>
                </a:solidFill>
              </a:rPr>
              <a:t>图割算法</a:t>
            </a:r>
            <a:r>
              <a:rPr lang="zh-CN" altLang="en-US"/>
              <a:t>寻找最优的接缝，将这些块无缝拼接，生成更大或新的图像</a:t>
            </a:r>
            <a:r>
              <a:rPr lang="en-US" altLang="zh-CN"/>
              <a:t>/</a:t>
            </a:r>
            <a:r>
              <a:rPr lang="zh-CN" altLang="en-US"/>
              <a:t>视频，开发了交互式图像融合工具，无需预分割，通过</a:t>
            </a:r>
            <a:r>
              <a:rPr lang="en-US" altLang="zh-CN"/>
              <a:t>FFT</a:t>
            </a:r>
            <a:r>
              <a:rPr lang="zh-CN" altLang="en-US"/>
              <a:t>加速和多种匹配策略，提升了合成效率与</a:t>
            </a:r>
            <a:r>
              <a:rPr lang="zh-CN" altLang="en-US"/>
              <a:t>质量。</a:t>
            </a:r>
            <a:endParaRPr lang="zh-CN" altLang="en-US"/>
          </a:p>
          <a:p>
            <a:r>
              <a:rPr lang="en-US" altLang="zh-CN"/>
              <a:t>2003</a:t>
            </a:r>
            <a:r>
              <a:rPr lang="zh-CN" altLang="en-US"/>
              <a:t>年《</a:t>
            </a:r>
            <a:r>
              <a:rPr lang="en-US" altLang="zh-CN"/>
              <a:t>Poisson Image Editing</a:t>
            </a:r>
            <a:r>
              <a:rPr lang="zh-CN" altLang="en-US"/>
              <a:t>》</a:t>
            </a:r>
            <a:endParaRPr lang="zh-CN" altLang="en-US"/>
          </a:p>
          <a:p>
            <a:r>
              <a:rPr lang="zh-CN" altLang="en-US"/>
              <a:t>利用</a:t>
            </a:r>
            <a:r>
              <a:rPr lang="zh-CN" altLang="en-US">
                <a:solidFill>
                  <a:srgbClr val="FF0000"/>
                </a:solidFill>
              </a:rPr>
              <a:t>泊松方程</a:t>
            </a:r>
            <a:r>
              <a:rPr lang="zh-CN" altLang="en-US"/>
              <a:t>求解图像区域的插值问题，通过指定引导向量场和边界条件，实现图像内容在目标区域中的</a:t>
            </a:r>
            <a:r>
              <a:rPr lang="zh-CN" altLang="en-US">
                <a:solidFill>
                  <a:srgbClr val="FF0000"/>
                </a:solidFill>
              </a:rPr>
              <a:t>无缝融合与编辑</a:t>
            </a:r>
            <a:r>
              <a:rPr lang="zh-CN" altLang="en-US"/>
              <a:t>。（狄利克雷边界条件的泊松偏微分方程、拉普拉斯算子提取的二阶变化）</a:t>
            </a:r>
            <a:endParaRPr lang="zh-CN" altLang="en-US"/>
          </a:p>
          <a:p>
            <a:r>
              <a:rPr lang="en-US" altLang="zh-CN"/>
              <a:t>2004</a:t>
            </a:r>
            <a:r>
              <a:rPr lang="zh-CN" altLang="en-US"/>
              <a:t>年《</a:t>
            </a:r>
            <a:r>
              <a:rPr lang="en-US" altLang="zh-CN"/>
              <a:t>Interactive Digital Photomontage</a:t>
            </a:r>
            <a:r>
              <a:rPr lang="zh-CN" altLang="en-US"/>
              <a:t>》</a:t>
            </a:r>
            <a:endParaRPr lang="zh-CN" altLang="en-US"/>
          </a:p>
          <a:p>
            <a:r>
              <a:rPr lang="zh-CN" altLang="en-US"/>
              <a:t>提出一个计算机辅助的交互式系统，允许用户通过绘制高级目标（如图像目标与接缝目标）来组合多张源图像，系统自动通过</a:t>
            </a:r>
            <a:r>
              <a:rPr lang="zh-CN" altLang="en-US">
                <a:solidFill>
                  <a:srgbClr val="FF0000"/>
                </a:solidFill>
              </a:rPr>
              <a:t>图割优化</a:t>
            </a:r>
            <a:r>
              <a:rPr lang="zh-CN" altLang="en-US"/>
              <a:t>选择最佳接缝，并通过</a:t>
            </a:r>
            <a:r>
              <a:rPr lang="zh-CN" altLang="en-US">
                <a:solidFill>
                  <a:srgbClr val="FF0000"/>
                </a:solidFill>
              </a:rPr>
              <a:t>梯度域融合</a:t>
            </a:r>
            <a:r>
              <a:rPr lang="zh-CN" altLang="en-US"/>
              <a:t>消除残留伪影，从而生成无缝的合成图像。（图像</a:t>
            </a:r>
            <a:r>
              <a:rPr lang="zh-CN" altLang="en-US"/>
              <a:t>对齐）</a:t>
            </a:r>
            <a:endParaRPr lang="zh-CN" altLang="en-US"/>
          </a:p>
          <a:p>
            <a:r>
              <a:rPr lang="en-US" altLang="zh-CN"/>
              <a:t>2004</a:t>
            </a:r>
            <a:r>
              <a:rPr lang="zh-CN" altLang="en-US"/>
              <a:t>年《</a:t>
            </a:r>
            <a:r>
              <a:rPr lang="en-US" altLang="zh-CN"/>
              <a:t>Colorization using Optimization</a:t>
            </a:r>
            <a:r>
              <a:rPr lang="zh-CN" altLang="en-US"/>
              <a:t>》</a:t>
            </a:r>
            <a:endParaRPr lang="zh-CN" altLang="en-US"/>
          </a:p>
          <a:p>
            <a:r>
              <a:rPr lang="zh-CN" altLang="en-US"/>
              <a:t>基于一个简单而有效的前提：在时空域中相邻且灰度相似的像素，其颜色也应相似。通过将这一前提建模为一个</a:t>
            </a:r>
            <a:r>
              <a:rPr lang="zh-CN" altLang="en-US">
                <a:solidFill>
                  <a:srgbClr val="FF0000"/>
                </a:solidFill>
              </a:rPr>
              <a:t>二次代价函数</a:t>
            </a:r>
            <a:r>
              <a:rPr lang="zh-CN" altLang="en-US"/>
              <a:t>，并利用用户提供的颜色笔画作为约束，求解一个大规模稀疏</a:t>
            </a:r>
            <a:r>
              <a:rPr lang="zh-CN" altLang="en-US">
                <a:solidFill>
                  <a:srgbClr val="FF0000"/>
                </a:solidFill>
              </a:rPr>
              <a:t>线性系统</a:t>
            </a:r>
            <a:r>
              <a:rPr lang="zh-CN" altLang="en-US"/>
              <a:t>，从而实现</a:t>
            </a:r>
            <a:r>
              <a:rPr lang="zh-CN" altLang="en-US">
                <a:solidFill>
                  <a:srgbClr val="FF0000"/>
                </a:solidFill>
              </a:rPr>
              <a:t>全图的自动着色</a:t>
            </a:r>
            <a:r>
              <a:rPr lang="zh-CN" altLang="en-US"/>
              <a:t>。</a:t>
            </a:r>
            <a:endParaRPr lang="zh-CN" altLang="en-US"/>
          </a:p>
          <a:p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/>
        </p:nvSpPr>
        <p:spPr>
          <a:xfrm>
            <a:off x="6849745" y="610870"/>
            <a:ext cx="4763770" cy="56362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882015" y="1073150"/>
            <a:ext cx="10730865" cy="48875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endParaRPr lang="zh-CN" altLang="en-US"/>
          </a:p>
          <a:p>
            <a:r>
              <a:rPr lang="en-US" altLang="zh-CN">
                <a:sym typeface="+mn-ea"/>
              </a:rPr>
              <a:t>2004</a:t>
            </a:r>
            <a:r>
              <a:rPr lang="zh-CN" altLang="en-US">
                <a:sym typeface="+mn-ea"/>
              </a:rPr>
              <a:t>年《</a:t>
            </a:r>
            <a:r>
              <a:rPr lang="en-US" altLang="zh-CN">
                <a:sym typeface="+mn-ea"/>
              </a:rPr>
              <a:t>Flash Photography Enhancement via Intrinsic Relighting</a:t>
            </a:r>
            <a:r>
              <a:rPr lang="zh-CN" altLang="en-US">
                <a:sym typeface="+mn-ea"/>
              </a:rPr>
              <a:t>》</a:t>
            </a:r>
            <a:endParaRPr lang="zh-CN" altLang="en-US"/>
          </a:p>
          <a:p>
            <a:r>
              <a:rPr lang="zh-CN" altLang="en-US">
                <a:sym typeface="+mn-ea"/>
              </a:rPr>
              <a:t>在暗光环境下，分别拍摄一张无闪光（环境光）图像和一张有闪光图像，通过</a:t>
            </a:r>
            <a:r>
              <a:rPr lang="zh-CN" altLang="en-US">
                <a:solidFill>
                  <a:srgbClr val="FF0000"/>
                </a:solidFill>
                <a:sym typeface="+mn-ea"/>
              </a:rPr>
              <a:t>图像分解与融合</a:t>
            </a:r>
            <a:r>
              <a:rPr lang="zh-CN" altLang="en-US">
                <a:sym typeface="+mn-ea"/>
              </a:rPr>
              <a:t>，将环境光的光照氛围与闪光灯的细节清晰度结合起来，生成一张既自然又清晰的图像。（跨双边</a:t>
            </a:r>
            <a:r>
              <a:rPr lang="zh-CN" altLang="en-US">
                <a:sym typeface="+mn-ea"/>
              </a:rPr>
              <a:t>滤波）</a:t>
            </a:r>
            <a:endParaRPr lang="en-US" altLang="zh-CN">
              <a:sym typeface="+mn-ea"/>
            </a:endParaRPr>
          </a:p>
          <a:p>
            <a:r>
              <a:rPr lang="en-US" altLang="zh-CN">
                <a:sym typeface="+mn-ea"/>
              </a:rPr>
              <a:t>2005</a:t>
            </a:r>
            <a:r>
              <a:rPr lang="zh-CN" altLang="en-US">
                <a:sym typeface="+mn-ea"/>
              </a:rPr>
              <a:t>年《</a:t>
            </a:r>
            <a:r>
              <a:rPr lang="en-US" altLang="zh-CN">
                <a:sym typeface="+mn-ea"/>
              </a:rPr>
              <a:t>Removing Photography Artifacts using Gradient Projection and Flash-Exposure Sampling</a:t>
            </a:r>
            <a:r>
              <a:rPr lang="zh-CN" altLang="en-US">
                <a:sym typeface="+mn-ea"/>
              </a:rPr>
              <a:t>》</a:t>
            </a:r>
            <a:endParaRPr lang="zh-CN" altLang="en-US"/>
          </a:p>
          <a:p>
            <a:r>
              <a:rPr lang="zh-CN" altLang="en-US">
                <a:sym typeface="+mn-ea"/>
              </a:rPr>
              <a:t>通过分析闪光图像与环境光图像在梯度域中的关系，提出一种</a:t>
            </a:r>
            <a:r>
              <a:rPr lang="zh-CN" altLang="en-US">
                <a:solidFill>
                  <a:srgbClr val="FF0000"/>
                </a:solidFill>
                <a:sym typeface="+mn-ea"/>
              </a:rPr>
              <a:t>梯度一致性模型</a:t>
            </a:r>
            <a:r>
              <a:rPr lang="zh-CN" altLang="en-US">
                <a:sym typeface="+mn-ea"/>
              </a:rPr>
              <a:t>，并利用</a:t>
            </a:r>
            <a:r>
              <a:rPr lang="zh-CN" altLang="en-US">
                <a:solidFill>
                  <a:srgbClr val="FF0000"/>
                </a:solidFill>
                <a:sym typeface="+mn-ea"/>
              </a:rPr>
              <a:t>梯度投影方法</a:t>
            </a:r>
            <a:r>
              <a:rPr lang="zh-CN" altLang="en-US">
                <a:sym typeface="+mn-ea"/>
              </a:rPr>
              <a:t>去除闪光引起的反射、高光等伪影；同时提出在闪光强度</a:t>
            </a:r>
            <a:r>
              <a:rPr lang="en-US" altLang="zh-CN">
                <a:sym typeface="+mn-ea"/>
              </a:rPr>
              <a:t>-</a:t>
            </a:r>
            <a:r>
              <a:rPr lang="zh-CN" altLang="en-US">
                <a:sym typeface="+mn-ea"/>
              </a:rPr>
              <a:t>曝光时间二维空间中进行</a:t>
            </a:r>
            <a:r>
              <a:rPr lang="zh-CN" altLang="en-US">
                <a:solidFill>
                  <a:srgbClr val="FF0000"/>
                </a:solidFill>
                <a:sym typeface="+mn-ea"/>
              </a:rPr>
              <a:t>自适应采样</a:t>
            </a:r>
            <a:r>
              <a:rPr lang="zh-CN" altLang="en-US">
                <a:sym typeface="+mn-ea"/>
              </a:rPr>
              <a:t>，以最少的图像数量获取高质量、高动态范围的合成图像。</a:t>
            </a:r>
            <a:endParaRPr lang="zh-CN" altLang="en-US"/>
          </a:p>
          <a:p>
            <a:r>
              <a:rPr lang="en-US" altLang="zh-CN"/>
              <a:t>2005</a:t>
            </a:r>
            <a:r>
              <a:rPr lang="zh-CN" altLang="en-US"/>
              <a:t>年《</a:t>
            </a:r>
            <a:r>
              <a:rPr lang="en-US" altLang="zh-CN"/>
              <a:t>Video Enhancement Using Per-Pixel Virtual Exposures</a:t>
            </a:r>
            <a:r>
              <a:rPr lang="zh-CN" altLang="en-US"/>
              <a:t>》</a:t>
            </a:r>
            <a:endParaRPr lang="zh-CN" altLang="en-US"/>
          </a:p>
          <a:p>
            <a:r>
              <a:rPr lang="zh-CN" altLang="en-US"/>
              <a:t>论文中提出了一种通过</a:t>
            </a:r>
            <a:r>
              <a:rPr lang="zh-CN" altLang="en-US">
                <a:solidFill>
                  <a:srgbClr val="FF0000"/>
                </a:solidFill>
              </a:rPr>
              <a:t>每像素虚拟曝光</a:t>
            </a:r>
            <a:r>
              <a:rPr lang="zh-CN" altLang="en-US"/>
              <a:t>来增强欠曝光、低动态范围视频的方法。（</a:t>
            </a:r>
            <a:r>
              <a:rPr lang="en-US" altLang="zh-CN"/>
              <a:t>ASTA</a:t>
            </a:r>
            <a:r>
              <a:rPr lang="zh-CN" altLang="en-US"/>
              <a:t>滤波器、动态场景下的</a:t>
            </a:r>
            <a:r>
              <a:rPr lang="en-US" altLang="zh-CN"/>
              <a:t>HDR</a:t>
            </a:r>
            <a:r>
              <a:rPr lang="zh-CN" altLang="en-US"/>
              <a:t>视觉效果</a:t>
            </a:r>
            <a:r>
              <a:rPr lang="zh-CN" altLang="en-US"/>
              <a:t>）</a:t>
            </a:r>
            <a:endParaRPr lang="zh-CN" altLang="en-US"/>
          </a:p>
          <a:p>
            <a:r>
              <a:rPr lang="en-US" altLang="zh-CN"/>
              <a:t>2005</a:t>
            </a:r>
            <a:r>
              <a:rPr lang="zh-CN" altLang="en-US"/>
              <a:t>年《</a:t>
            </a:r>
            <a:r>
              <a:rPr lang="en-US" altLang="zh-CN"/>
              <a:t>Image Completion with Structure Propagation</a:t>
            </a:r>
            <a:r>
              <a:rPr lang="zh-CN" altLang="en-US"/>
              <a:t>》</a:t>
            </a:r>
            <a:endParaRPr lang="zh-CN" altLang="en-US"/>
          </a:p>
          <a:p>
            <a:r>
              <a:rPr lang="zh-CN" altLang="en-US"/>
              <a:t>解决大面积、含复杂结构缺失区域的图像补全问题。并通过用户简单勾画曲线来</a:t>
            </a:r>
            <a:r>
              <a:rPr lang="zh-CN" altLang="en-US">
                <a:solidFill>
                  <a:srgbClr val="FF0000"/>
                </a:solidFill>
              </a:rPr>
              <a:t>引导补全</a:t>
            </a:r>
            <a:r>
              <a:rPr lang="zh-CN" altLang="en-US"/>
              <a:t>过程，确保重要结构（如线条、交叉点）的连续性和视觉合理性。（用户交互引导下的全局优化补全、纹理传播）</a:t>
            </a:r>
            <a:endParaRPr lang="zh-CN" altLang="en-US"/>
          </a:p>
          <a:p>
            <a:r>
              <a:rPr lang="en-US" altLang="zh-CN"/>
              <a:t>2006</a:t>
            </a:r>
            <a:r>
              <a:rPr lang="zh-CN" altLang="en-US"/>
              <a:t>年《</a:t>
            </a:r>
            <a:r>
              <a:rPr lang="en-US" altLang="zh-CN"/>
              <a:t>Image Enhancement by Unsharp Masking the Depth Buffer</a:t>
            </a:r>
            <a:r>
              <a:rPr lang="zh-CN" altLang="en-US"/>
              <a:t>》</a:t>
            </a:r>
            <a:endParaRPr lang="zh-CN" altLang="en-US"/>
          </a:p>
          <a:p>
            <a:r>
              <a:rPr lang="zh-CN" altLang="en-US"/>
              <a:t>利用深度缓冲区的不锐化掩模来识别空间重要区域，并基于此</a:t>
            </a:r>
            <a:r>
              <a:rPr lang="zh-CN" altLang="en-US">
                <a:solidFill>
                  <a:srgbClr val="FF0000"/>
                </a:solidFill>
              </a:rPr>
              <a:t>局部增强图像</a:t>
            </a:r>
            <a:r>
              <a:rPr lang="zh-CN" altLang="en-US"/>
              <a:t>对比度和色彩，以改善场景的深度感知。（将深度信息从单纯的几何表示提升为图像增强的语义指导）</a:t>
            </a:r>
            <a:endParaRPr lang="zh-CN" altLang="en-US"/>
          </a:p>
          <a:p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882015" y="459740"/>
            <a:ext cx="10529570" cy="59575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>
                <a:sym typeface="+mn-ea"/>
              </a:rPr>
              <a:t>2006</a:t>
            </a:r>
            <a:r>
              <a:rPr lang="zh-CN" altLang="en-US">
                <a:sym typeface="+mn-ea"/>
              </a:rPr>
              <a:t>年《</a:t>
            </a:r>
            <a:r>
              <a:rPr lang="en-US" altLang="zh-CN">
                <a:sym typeface="+mn-ea"/>
              </a:rPr>
              <a:t>Removing Camera Shake from a Single Photograph</a:t>
            </a:r>
            <a:r>
              <a:rPr lang="zh-CN" altLang="en-US">
                <a:sym typeface="+mn-ea"/>
              </a:rPr>
              <a:t>》</a:t>
            </a:r>
            <a:endParaRPr lang="zh-CN" altLang="en-US"/>
          </a:p>
          <a:p>
            <a:r>
              <a:rPr lang="zh-CN" altLang="en-US">
                <a:sym typeface="+mn-ea"/>
              </a:rPr>
              <a:t>基于自然图像梯度统计先验，通过</a:t>
            </a:r>
            <a:r>
              <a:rPr lang="zh-CN" altLang="en-US">
                <a:solidFill>
                  <a:srgbClr val="FF0000"/>
                </a:solidFill>
                <a:sym typeface="+mn-ea"/>
              </a:rPr>
              <a:t>变分贝叶斯方法</a:t>
            </a:r>
            <a:r>
              <a:rPr lang="zh-CN" altLang="en-US">
                <a:sym typeface="+mn-ea"/>
              </a:rPr>
              <a:t>从单张模糊照片中估计相机抖动核，进而实现图像去模糊。（将先进的自然图像统计与变分贝叶斯推断相结合、多尺度</a:t>
            </a:r>
            <a:r>
              <a:rPr lang="en-US" altLang="zh-CN">
                <a:sym typeface="+mn-ea"/>
              </a:rPr>
              <a:t> coarse-to-fine </a:t>
            </a:r>
            <a:r>
              <a:rPr lang="zh-CN" altLang="en-US">
                <a:sym typeface="+mn-ea"/>
              </a:rPr>
              <a:t>策略）</a:t>
            </a:r>
            <a:endParaRPr lang="zh-CN" altLang="en-US"/>
          </a:p>
          <a:p>
            <a:r>
              <a:rPr lang="en-US" altLang="zh-CN">
                <a:sym typeface="+mn-ea"/>
              </a:rPr>
              <a:t>2007</a:t>
            </a:r>
            <a:r>
              <a:rPr lang="zh-CN" altLang="en-US">
                <a:sym typeface="+mn-ea"/>
              </a:rPr>
              <a:t>年《</a:t>
            </a:r>
            <a:r>
              <a:rPr lang="en-US" altLang="zh-CN">
                <a:sym typeface="+mn-ea"/>
              </a:rPr>
              <a:t>Image Deblurring with Blurred/Noisy Image Pairs</a:t>
            </a:r>
            <a:r>
              <a:rPr lang="zh-CN" altLang="en-US">
                <a:sym typeface="+mn-ea"/>
              </a:rPr>
              <a:t>》</a:t>
            </a:r>
            <a:endParaRPr lang="zh-CN" altLang="en-US"/>
          </a:p>
          <a:p>
            <a:r>
              <a:rPr lang="zh-CN" altLang="en-US">
                <a:sym typeface="+mn-ea"/>
              </a:rPr>
              <a:t>利用模糊</a:t>
            </a:r>
            <a:r>
              <a:rPr lang="en-US" altLang="zh-CN">
                <a:sym typeface="+mn-ea"/>
              </a:rPr>
              <a:t>/</a:t>
            </a:r>
            <a:r>
              <a:rPr lang="zh-CN" altLang="en-US">
                <a:sym typeface="+mn-ea"/>
              </a:rPr>
              <a:t>噪点图像对的互补信息，通过</a:t>
            </a:r>
            <a:r>
              <a:rPr lang="zh-CN" altLang="en-US">
                <a:solidFill>
                  <a:srgbClr val="FF0000"/>
                </a:solidFill>
                <a:sym typeface="+mn-ea"/>
              </a:rPr>
              <a:t>三步迭代框架</a:t>
            </a:r>
            <a:r>
              <a:rPr lang="zh-CN" altLang="en-US">
                <a:sym typeface="+mn-ea"/>
              </a:rPr>
              <a:t>实现高质量图像去模糊。（核估计、残差反</a:t>
            </a:r>
            <a:r>
              <a:rPr lang="zh-CN" altLang="en-US">
                <a:sym typeface="+mn-ea"/>
              </a:rPr>
              <a:t>卷积、增益控制反卷积）</a:t>
            </a:r>
            <a:endParaRPr lang="zh-CN" altLang="en-US"/>
          </a:p>
          <a:p>
            <a:r>
              <a:rPr lang="en-US" altLang="zh-CN">
                <a:sym typeface="+mn-ea"/>
              </a:rPr>
              <a:t>2007</a:t>
            </a:r>
            <a:r>
              <a:rPr lang="zh-CN" altLang="en-US">
                <a:sym typeface="+mn-ea"/>
              </a:rPr>
              <a:t>年《</a:t>
            </a:r>
            <a:r>
              <a:rPr lang="en-US" altLang="zh-CN">
                <a:sym typeface="+mn-ea"/>
              </a:rPr>
              <a:t>Seam Carving for Content-Aware Image Resizing</a:t>
            </a:r>
            <a:r>
              <a:rPr lang="zh-CN" altLang="en-US">
                <a:sym typeface="+mn-ea"/>
              </a:rPr>
              <a:t>》</a:t>
            </a:r>
            <a:endParaRPr lang="zh-CN" altLang="en-US"/>
          </a:p>
          <a:p>
            <a:r>
              <a:rPr lang="zh-CN" altLang="en-US">
                <a:sym typeface="+mn-ea"/>
              </a:rPr>
              <a:t>通过动态规划寻找并操作图像中的低能量</a:t>
            </a:r>
            <a:r>
              <a:rPr lang="en-US" altLang="zh-CN">
                <a:solidFill>
                  <a:srgbClr val="FF0000"/>
                </a:solidFill>
                <a:sym typeface="+mn-ea"/>
              </a:rPr>
              <a:t>‘</a:t>
            </a:r>
            <a:r>
              <a:rPr lang="zh-CN" altLang="en-US">
                <a:solidFill>
                  <a:srgbClr val="FF0000"/>
                </a:solidFill>
                <a:sym typeface="+mn-ea"/>
              </a:rPr>
              <a:t>接缝</a:t>
            </a:r>
            <a:r>
              <a:rPr lang="en-US" altLang="zh-CN">
                <a:solidFill>
                  <a:srgbClr val="FF0000"/>
                </a:solidFill>
                <a:sym typeface="+mn-ea"/>
              </a:rPr>
              <a:t>’</a:t>
            </a:r>
            <a:r>
              <a:rPr lang="zh-CN" altLang="en-US">
                <a:solidFill>
                  <a:srgbClr val="FF0000"/>
                </a:solidFill>
                <a:sym typeface="+mn-ea"/>
              </a:rPr>
              <a:t>路径</a:t>
            </a:r>
            <a:r>
              <a:rPr lang="zh-CN" altLang="en-US">
                <a:sym typeface="+mn-ea"/>
              </a:rPr>
              <a:t>，实现内容感知的图像尺寸调整。（开创了内容感知图像处理的新范式、寻找最优接缝路径）</a:t>
            </a:r>
            <a:endParaRPr lang="zh-CN" altLang="en-US"/>
          </a:p>
          <a:p>
            <a:r>
              <a:rPr lang="en-US" altLang="zh-CN"/>
              <a:t>2008</a:t>
            </a:r>
            <a:r>
              <a:rPr lang="zh-CN" altLang="en-US"/>
              <a:t>年《</a:t>
            </a:r>
            <a:r>
              <a:rPr lang="en-US" altLang="zh-CN"/>
              <a:t>High-quality Motion Deblurring from a Single Image</a:t>
            </a:r>
            <a:r>
              <a:rPr lang="zh-CN" altLang="en-US"/>
              <a:t>》</a:t>
            </a:r>
            <a:endParaRPr lang="zh-CN" altLang="en-US"/>
          </a:p>
          <a:p>
            <a:r>
              <a:rPr lang="zh-CN" altLang="en-US"/>
              <a:t>论文提出了一种统一的概率模型，将模糊核估计与清晰图像恢复结合在一起，通过</a:t>
            </a:r>
            <a:r>
              <a:rPr lang="zh-CN" altLang="en-US">
                <a:solidFill>
                  <a:srgbClr val="FF0000"/>
                </a:solidFill>
              </a:rPr>
              <a:t>最大后验概率估计</a:t>
            </a:r>
            <a:r>
              <a:rPr lang="en-US" altLang="zh-CN"/>
              <a:t> </a:t>
            </a:r>
            <a:r>
              <a:rPr lang="zh-CN" altLang="en-US"/>
              <a:t>来同时优化两者，从而在单张图像上实现高质量的运动去模糊。（迭代优化：图像恢复</a:t>
            </a:r>
            <a:r>
              <a:rPr lang="en-US" altLang="zh-CN"/>
              <a:t>+</a:t>
            </a:r>
            <a:r>
              <a:rPr lang="zh-CN" altLang="en-US"/>
              <a:t>模糊核估计</a:t>
            </a:r>
            <a:r>
              <a:rPr lang="zh-CN" altLang="en-US"/>
              <a:t>）</a:t>
            </a:r>
            <a:endParaRPr lang="zh-CN" altLang="en-US"/>
          </a:p>
          <a:p>
            <a:r>
              <a:rPr lang="en-US" altLang="zh-CN"/>
              <a:t>2008</a:t>
            </a:r>
            <a:r>
              <a:rPr lang="zh-CN" altLang="en-US"/>
              <a:t>年《</a:t>
            </a:r>
            <a:r>
              <a:rPr lang="en-US" altLang="zh-CN"/>
              <a:t>Single Image Dehazing</a:t>
            </a:r>
            <a:r>
              <a:rPr lang="zh-CN" altLang="en-US"/>
              <a:t>》</a:t>
            </a:r>
            <a:endParaRPr lang="zh-CN" altLang="en-US"/>
          </a:p>
          <a:p>
            <a:r>
              <a:rPr lang="zh-CN" altLang="en-US"/>
              <a:t>论文提出了一种基于</a:t>
            </a:r>
            <a:r>
              <a:rPr lang="zh-CN" altLang="en-US">
                <a:solidFill>
                  <a:srgbClr val="FF0000"/>
                </a:solidFill>
              </a:rPr>
              <a:t>统计不相关性</a:t>
            </a:r>
            <a:r>
              <a:rPr lang="zh-CN" altLang="en-US"/>
              <a:t>的方法，通过假设场景透射率与表面阴影在局部区域内是统计不相关的，从而解决</a:t>
            </a:r>
            <a:r>
              <a:rPr lang="en-US" altLang="zh-CN"/>
              <a:t>“</a:t>
            </a:r>
            <a:r>
              <a:rPr lang="zh-CN" altLang="en-US"/>
              <a:t>大气光</a:t>
            </a:r>
            <a:r>
              <a:rPr lang="en-US" altLang="zh-CN"/>
              <a:t>-</a:t>
            </a:r>
            <a:r>
              <a:rPr lang="zh-CN" altLang="en-US"/>
              <a:t>反射率模糊性</a:t>
            </a:r>
            <a:r>
              <a:rPr lang="en-US" altLang="zh-CN"/>
              <a:t>”</a:t>
            </a:r>
            <a:r>
              <a:rPr lang="zh-CN" altLang="en-US"/>
              <a:t>，从单张图像中估计出透射率图，进而实现去雾。（引入阴影与透射率的统计不相关性、构建鲁棒的局部统计估计方法、结合噪声建模与图模型优化）</a:t>
            </a:r>
            <a:endParaRPr lang="zh-CN" altLang="en-US"/>
          </a:p>
          <a:p>
            <a:r>
              <a:rPr lang="en-US" altLang="zh-CN"/>
              <a:t>2008</a:t>
            </a:r>
            <a:r>
              <a:rPr lang="zh-CN" altLang="en-US"/>
              <a:t>年《</a:t>
            </a:r>
            <a:r>
              <a:rPr lang="en-US" altLang="zh-CN"/>
              <a:t>Edge-Preserving Decompositions for Multi-Scale Tone and Detail Manipulation</a:t>
            </a:r>
            <a:r>
              <a:rPr lang="zh-CN" altLang="en-US"/>
              <a:t>》</a:t>
            </a:r>
            <a:endParaRPr lang="zh-CN" altLang="en-US"/>
          </a:p>
          <a:p>
            <a:r>
              <a:rPr lang="zh-CN" altLang="en-US"/>
              <a:t>传统方法（如双边滤波）在多尺度图像分解中存在边缘模糊或振铃伪影的问题。本文提出使用</a:t>
            </a:r>
            <a:r>
              <a:rPr lang="en-US" altLang="zh-CN">
                <a:solidFill>
                  <a:srgbClr val="FF0000"/>
                </a:solidFill>
              </a:rPr>
              <a:t>WLS </a:t>
            </a:r>
            <a:r>
              <a:rPr lang="zh-CN" altLang="en-US">
                <a:solidFill>
                  <a:srgbClr val="FF0000"/>
                </a:solidFill>
              </a:rPr>
              <a:t>优化框架</a:t>
            </a:r>
            <a:r>
              <a:rPr lang="zh-CN" altLang="en-US"/>
              <a:t>构建一种新型的</a:t>
            </a:r>
            <a:r>
              <a:rPr lang="zh-CN" altLang="en-US">
                <a:solidFill>
                  <a:srgbClr val="FF0000"/>
                </a:solidFill>
              </a:rPr>
              <a:t>边缘保持多尺度分解</a:t>
            </a:r>
            <a:r>
              <a:rPr lang="zh-CN" altLang="en-US"/>
              <a:t>，能够在平滑图像的同时更好地保留边缘，并支持对不同尺度的细节进行独立操控。</a:t>
            </a:r>
            <a:endParaRPr lang="zh-CN" altLang="en-US"/>
          </a:p>
          <a:p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/>
        </p:nvSpPr>
        <p:spPr>
          <a:xfrm>
            <a:off x="882015" y="1395730"/>
            <a:ext cx="10415905" cy="39350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>
                <a:sym typeface="+mn-ea"/>
              </a:rPr>
              <a:t>2009</a:t>
            </a:r>
            <a:r>
              <a:rPr lang="zh-CN" altLang="en-US">
                <a:sym typeface="+mn-ea"/>
              </a:rPr>
              <a:t>年《</a:t>
            </a:r>
            <a:r>
              <a:rPr lang="en-US" altLang="zh-CN">
                <a:sym typeface="+mn-ea"/>
              </a:rPr>
              <a:t>PatchMatch: A Randomized Correspondence Algorithm for Structural Image Editing</a:t>
            </a:r>
            <a:r>
              <a:rPr lang="zh-CN" altLang="en-US">
                <a:sym typeface="+mn-ea"/>
              </a:rPr>
              <a:t>》</a:t>
            </a:r>
            <a:endParaRPr lang="zh-CN" altLang="en-US"/>
          </a:p>
          <a:p>
            <a:r>
              <a:rPr lang="zh-CN" altLang="en-US">
                <a:sym typeface="+mn-ea"/>
              </a:rPr>
              <a:t>传统的基于图像块的编辑方法（如纹理合成、图像补全、重定向等）依赖于最近邻匹配，但计算成本高昂，难以实现交互式编辑。</a:t>
            </a:r>
            <a:r>
              <a:rPr lang="en-US" altLang="zh-CN">
                <a:solidFill>
                  <a:srgbClr val="FF0000"/>
                </a:solidFill>
                <a:sym typeface="+mn-ea"/>
              </a:rPr>
              <a:t>PatchMatch</a:t>
            </a:r>
            <a:r>
              <a:rPr lang="zh-CN" altLang="en-US">
                <a:sym typeface="+mn-ea"/>
              </a:rPr>
              <a:t>通过随机初始化</a:t>
            </a:r>
            <a:r>
              <a:rPr lang="en-US" altLang="zh-CN">
                <a:sym typeface="+mn-ea"/>
              </a:rPr>
              <a:t> + </a:t>
            </a:r>
            <a:r>
              <a:rPr lang="zh-CN" altLang="en-US">
                <a:sym typeface="+mn-ea"/>
              </a:rPr>
              <a:t>传播</a:t>
            </a:r>
            <a:r>
              <a:rPr lang="en-US" altLang="zh-CN">
                <a:sym typeface="+mn-ea"/>
              </a:rPr>
              <a:t> + </a:t>
            </a:r>
            <a:r>
              <a:rPr lang="zh-CN" altLang="en-US">
                <a:sym typeface="+mn-ea"/>
              </a:rPr>
              <a:t>随机搜索的策略，在偏移空间中高效搜索最近邻，实现了比传统方法快</a:t>
            </a:r>
            <a:r>
              <a:rPr lang="en-US" altLang="zh-CN">
                <a:sym typeface="+mn-ea"/>
              </a:rPr>
              <a:t>20–100</a:t>
            </a:r>
            <a:r>
              <a:rPr lang="zh-CN" altLang="en-US">
                <a:sym typeface="+mn-ea"/>
              </a:rPr>
              <a:t>倍的匹配速度，从而支持实时图像编辑。（快速的随机最近邻匹配算法）</a:t>
            </a:r>
            <a:endParaRPr lang="zh-CN" altLang="en-US"/>
          </a:p>
          <a:p>
            <a:r>
              <a:rPr lang="en-US" altLang="zh-CN">
                <a:sym typeface="+mn-ea"/>
              </a:rPr>
              <a:t>2010</a:t>
            </a:r>
            <a:r>
              <a:rPr lang="zh-CN" altLang="en-US">
                <a:sym typeface="+mn-ea"/>
              </a:rPr>
              <a:t>年《</a:t>
            </a:r>
            <a:r>
              <a:rPr lang="en-US" altLang="zh-CN">
                <a:sym typeface="+mn-ea"/>
              </a:rPr>
              <a:t>Multi-scale Image Harmonization</a:t>
            </a:r>
            <a:r>
              <a:rPr lang="zh-CN" altLang="en-US">
                <a:sym typeface="+mn-ea"/>
              </a:rPr>
              <a:t>》</a:t>
            </a:r>
            <a:endParaRPr lang="zh-CN" altLang="en-US"/>
          </a:p>
          <a:p>
            <a:r>
              <a:rPr lang="zh-CN" altLang="en-US">
                <a:sym typeface="+mn-ea"/>
              </a:rPr>
              <a:t>传统的图像合成方法（如梯度域融合、</a:t>
            </a:r>
            <a:r>
              <a:rPr lang="en-US" altLang="zh-CN">
                <a:sym typeface="+mn-ea"/>
              </a:rPr>
              <a:t>Alpha </a:t>
            </a:r>
            <a:r>
              <a:rPr lang="zh-CN" altLang="en-US">
                <a:sym typeface="+mn-ea"/>
              </a:rPr>
              <a:t>蒙版）虽然能实现边界无缝，但忽略了源图像与目标图像在对比度、纹理、噪声、模糊等视觉属性上的差异，导致合成结果不真实。本文提出一种多尺度图像协调框架，通过金字塔分解</a:t>
            </a:r>
            <a:r>
              <a:rPr lang="en-US" altLang="zh-CN">
                <a:sym typeface="+mn-ea"/>
              </a:rPr>
              <a:t> + </a:t>
            </a:r>
            <a:r>
              <a:rPr lang="zh-CN" altLang="en-US">
                <a:solidFill>
                  <a:srgbClr val="FF0000"/>
                </a:solidFill>
                <a:sym typeface="+mn-ea"/>
              </a:rPr>
              <a:t>平滑直方图匹配</a:t>
            </a:r>
            <a:r>
              <a:rPr lang="en-US" altLang="zh-CN">
                <a:sym typeface="+mn-ea"/>
              </a:rPr>
              <a:t> + </a:t>
            </a:r>
            <a:r>
              <a:rPr lang="zh-CN" altLang="en-US">
                <a:sym typeface="+mn-ea"/>
              </a:rPr>
              <a:t>噪声注入，自动调整源图像的视觉属性以匹配目标图像，从而在合成前实现</a:t>
            </a:r>
            <a:r>
              <a:rPr lang="en-US" altLang="zh-CN">
                <a:sym typeface="+mn-ea"/>
              </a:rPr>
              <a:t>“</a:t>
            </a:r>
            <a:r>
              <a:rPr lang="zh-CN" altLang="en-US">
                <a:sym typeface="+mn-ea"/>
              </a:rPr>
              <a:t>协调</a:t>
            </a:r>
            <a:r>
              <a:rPr lang="en-US" altLang="zh-CN">
                <a:sym typeface="+mn-ea"/>
              </a:rPr>
              <a:t>”</a:t>
            </a:r>
            <a:r>
              <a:rPr lang="zh-CN" altLang="en-US">
                <a:sym typeface="+mn-ea"/>
              </a:rPr>
              <a:t>。</a:t>
            </a:r>
            <a:endParaRPr lang="en-US" altLang="zh-CN"/>
          </a:p>
          <a:p>
            <a:r>
              <a:rPr lang="en-US" altLang="zh-CN"/>
              <a:t>2010</a:t>
            </a:r>
            <a:r>
              <a:rPr lang="zh-CN" altLang="en-US"/>
              <a:t>年《</a:t>
            </a:r>
            <a:r>
              <a:rPr lang="en-US" altLang="zh-CN"/>
              <a:t>Image Deblurring using Inertial Measurement Sensors</a:t>
            </a:r>
            <a:r>
              <a:rPr lang="zh-CN" altLang="en-US"/>
              <a:t>》</a:t>
            </a:r>
            <a:endParaRPr lang="zh-CN" altLang="en-US"/>
          </a:p>
          <a:p>
            <a:r>
              <a:rPr lang="zh-CN" altLang="en-US"/>
              <a:t>传统图像去模糊方法多依赖图像本身估计模糊核，常假设模糊是空间不变的，且难以处理大尺度模糊。本文通过在相机上安装</a:t>
            </a:r>
            <a:r>
              <a:rPr lang="zh-CN" altLang="en-US">
                <a:solidFill>
                  <a:srgbClr val="FF0000"/>
                </a:solidFill>
              </a:rPr>
              <a:t>惯性传感器</a:t>
            </a:r>
            <a:r>
              <a:rPr lang="zh-CN" altLang="en-US"/>
              <a:t>（陀螺仪</a:t>
            </a:r>
            <a:r>
              <a:rPr lang="en-US" altLang="zh-CN"/>
              <a:t>+</a:t>
            </a:r>
            <a:r>
              <a:rPr lang="zh-CN" altLang="en-US"/>
              <a:t>加速度计），直接测量曝光期间的相机运动，结合图像信息联合优化，实现像素级、空间变化的去模糊。</a:t>
            </a:r>
            <a:endParaRPr lang="zh-CN" altLang="en-US"/>
          </a:p>
          <a:p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D" val="_1*i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4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  <p:tag name="KSO_WM_UNIT_ID" val="_1*i*1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5.xml><?xml version="1.0" encoding="utf-8"?>
<p:tagLst xmlns:p="http://schemas.openxmlformats.org/presentationml/2006/main">
  <p:tag name="KSO_WM_UNIT_TYPE" val="i"/>
  <p:tag name="KSO_WM_UNIT_INDEX" val="3"/>
  <p:tag name="KSO_WM_BEAUTIFY_FLAG" val="#wm#"/>
  <p:tag name="KSO_WM_TAG_VERSION" val="3.0"/>
  <p:tag name="KSO_WM_UNIT_ID" val="_1*i*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6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  <p:tag name="KSO_WM_UNIT_ID" val="_1*i*1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7.xml><?xml version="1.0" encoding="utf-8"?>
<p:tagLst xmlns:p="http://schemas.openxmlformats.org/presentationml/2006/main">
  <p:tag name="KSO_WM_UNIT_TYPE" val="i"/>
  <p:tag name="KSO_WM_UNIT_INDEX" val="5"/>
  <p:tag name="KSO_WM_BEAUTIFY_FLAG" val="#wm#"/>
  <p:tag name="KSO_WM_TAG_VERSION" val="3.0"/>
  <p:tag name="KSO_WM_UNIT_ID" val="_1*i*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8.xml><?xml version="1.0" encoding="utf-8"?>
<p:tagLst xmlns:p="http://schemas.openxmlformats.org/presentationml/2006/main">
  <p:tag name="KSO_WM_UNIT_TYPE" val="i"/>
  <p:tag name="KSO_WM_UNIT_INDEX" val="14"/>
  <p:tag name="KSO_WM_BEAUTIFY_FLAG" val="#wm#"/>
  <p:tag name="KSO_WM_TAG_VERSION" val="3.0"/>
  <p:tag name="KSO_WM_UNIT_ID" val="_1*i*1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9.xml><?xml version="1.0" encoding="utf-8"?>
<p:tagLst xmlns:p="http://schemas.openxmlformats.org/presentationml/2006/main">
  <p:tag name="KSO_WM_UNIT_TYPE" val="i"/>
  <p:tag name="KSO_WM_UNIT_INDEX" val="7"/>
  <p:tag name="KSO_WM_BEAUTIFY_FLAG" val="#wm#"/>
  <p:tag name="KSO_WM_TAG_VERSION" val="3.0"/>
  <p:tag name="KSO_WM_UNIT_ID" val="_1*i*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0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  <p:tag name="KSO_WM_UNIT_ID" val="_1*i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1.xml><?xml version="1.0" encoding="utf-8"?>
<p:tagLst xmlns:p="http://schemas.openxmlformats.org/presentationml/2006/main">
  <p:tag name="KSO_WM_UNIT_TYPE" val="i"/>
  <p:tag name="KSO_WM_UNIT_INDEX" val="11"/>
  <p:tag name="KSO_WM_BEAUTIFY_FLAG" val="#wm#"/>
  <p:tag name="KSO_WM_TAG_VERSION" val="3.0"/>
  <p:tag name="KSO_WM_UNIT_ID" val="_1*i*1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2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  <p:tag name="KSO_WM_UNIT_ID" val="_1*i*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3.xml><?xml version="1.0" encoding="utf-8"?>
<p:tagLst xmlns:p="http://schemas.openxmlformats.org/presentationml/2006/main">
  <p:tag name="KSO_WM_UNIT_TYPE" val="i"/>
  <p:tag name="KSO_WM_UNIT_INDEX" val="13"/>
  <p:tag name="KSO_WM_BEAUTIFY_FLAG" val="#wm#"/>
  <p:tag name="KSO_WM_TAG_VERSION" val="3.0"/>
  <p:tag name="KSO_WM_UNIT_ID" val="_1*i*1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4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  <p:tag name="KSO_WM_UNIT_ID" val="_1*i*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5.xml><?xml version="1.0" encoding="utf-8"?>
<p:tagLst xmlns:p="http://schemas.openxmlformats.org/presentationml/2006/main">
  <p:tag name="KSO_WM_UNIT_TYPE" val="i"/>
  <p:tag name="KSO_WM_UNIT_INDEX" val="15"/>
  <p:tag name="KSO_WM_BEAUTIFY_FLAG" val="#wm#"/>
  <p:tag name="KSO_WM_TAG_VERSION" val="3.0"/>
  <p:tag name="KSO_WM_UNIT_ID" val="_1*i*1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6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  <p:tag name="KSO_WM_UNIT_ID" val="_1*i*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7.xml><?xml version="1.0" encoding="utf-8"?>
<p:tagLst xmlns:p="http://schemas.openxmlformats.org/presentationml/2006/main">
  <p:tag name="KSO_WM_UNIT_TYPE" val="i"/>
  <p:tag name="KSO_WM_UNIT_INDEX" val="17"/>
  <p:tag name="KSO_WM_BEAUTIFY_FLAG" val="#wm#"/>
  <p:tag name="KSO_WM_TAG_VERSION" val="3.0"/>
  <p:tag name="KSO_WM_UNIT_ID" val="_1*i*1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8.xml><?xml version="1.0" encoding="utf-8"?>
<p:tagLst xmlns:p="http://schemas.openxmlformats.org/presentationml/2006/main">
  <p:tag name="KSO_WM_UNIT_TYPE" val="i"/>
  <p:tag name="KSO_WM_UNIT_INDEX" val="9"/>
  <p:tag name="KSO_WM_BEAUTIFY_FLAG" val="#wm#"/>
  <p:tag name="KSO_WM_TAG_VERSION" val="3.0"/>
  <p:tag name="KSO_WM_UNIT_ID" val="_1*i*9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9.xml><?xml version="1.0" encoding="utf-8"?>
<p:tagLst xmlns:p="http://schemas.openxmlformats.org/presentationml/2006/main">
  <p:tag name="KSO_WM_UNIT_TYPE" val="i"/>
  <p:tag name="KSO_WM_UNIT_INDEX" val="18"/>
  <p:tag name="KSO_WM_BEAUTIFY_FLAG" val="#wm#"/>
  <p:tag name="KSO_WM_TAG_VERSION" val="3.0"/>
  <p:tag name="KSO_WM_UNIT_ID" val="_1*i*1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0.xml><?xml version="1.0" encoding="utf-8"?>
<p:tagLst xmlns:p="http://schemas.openxmlformats.org/presentationml/2006/main">
  <p:tag name="KSO_WM_UNIT_TYPE" val="i"/>
  <p:tag name="KSO_WM_UNIT_INDEX" val="16"/>
  <p:tag name="KSO_WM_BEAUTIFY_FLAG" val="#wm#"/>
  <p:tag name="KSO_WM_TAG_VERSION" val="3.0"/>
  <p:tag name="KSO_WM_UNIT_ID" val="_1*i*1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1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1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</p:tagLst>
</file>

<file path=ppt/tags/tag82.xml><?xml version="1.0" encoding="utf-8"?>
<p:tagLst xmlns:p="http://schemas.openxmlformats.org/presentationml/2006/main">
  <p:tag name="KSO_WM_UNIT_TYPE" val="f"/>
  <p:tag name="KSO_WM_UNIT_SUBTYPE" val="c"/>
  <p:tag name="KSO_WM_UNIT_INDEX" val="2"/>
  <p:tag name="KSO_WM_BEAUTIFY_FLAG" val="#wm#"/>
  <p:tag name="KSO_WM_TAG_VERSION" val="3.0"/>
  <p:tag name="KSO_WM_UNIT_PRESET_TEXT" val="日期时间"/>
  <p:tag name="KSO_WM_UNIT_ID" val="_1*f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TEXT_LAYER_COUNT" val="1"/>
</p:tagLst>
</file>

<file path=ppt/tags/tag83.xml><?xml version="1.0" encoding="utf-8"?>
<p:tagLst xmlns:p="http://schemas.openxmlformats.org/presentationml/2006/main">
  <p:tag name="KSO_WM_UNIT_TYPE" val="f"/>
  <p:tag name="KSO_WM_UNIT_SUBTYPE" val="b"/>
  <p:tag name="KSO_WM_UNIT_INDEX" val="1"/>
  <p:tag name="KSO_WM_BEAUTIFY_FLAG" val="#wm#"/>
  <p:tag name="KSO_WM_TAG_VERSION" val="3.0"/>
  <p:tag name="KSO_WM_UNIT_PRESET_TEXT" val="署名"/>
  <p:tag name="KSO_WM_UNIT_ID" val="_1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TEXT_LAYER_COUNT" val="1"/>
</p:tagLst>
</file>

<file path=ppt/tags/tag84.xml><?xml version="1.0" encoding="utf-8"?>
<p:tagLst xmlns:p="http://schemas.openxmlformats.org/presentationml/2006/main">
  <p:tag name="KSO_WM_UNIT_ID" val="_2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5.xml><?xml version="1.0" encoding="utf-8"?>
<p:tagLst xmlns:p="http://schemas.openxmlformats.org/presentationml/2006/main">
  <p:tag name="KSO_WM_UNIT_ID" val="_2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6.xml><?xml version="1.0" encoding="utf-8"?>
<p:tagLst xmlns:p="http://schemas.openxmlformats.org/presentationml/2006/main">
  <p:tag name="KSO_WM_UNIT_ID" val="_2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7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2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TEXT_LAYER_COUNT" val="1"/>
</p:tagLst>
</file>

<file path=ppt/tags/tag88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2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</p:tagLst>
</file>

<file path=ppt/tags/tag89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D" val="_3*i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90.xml><?xml version="1.0" encoding="utf-8"?>
<p:tagLst xmlns:p="http://schemas.openxmlformats.org/presentationml/2006/main">
  <p:tag name="KSO_WM_UNIT_TYPE" val="i"/>
  <p:tag name="KSO_WM_UNIT_INDEX" val="7"/>
  <p:tag name="KSO_WM_BEAUTIFY_FLAG" val="#wm#"/>
  <p:tag name="KSO_WM_TAG_VERSION" val="3.0"/>
  <p:tag name="KSO_WM_UNIT_ID" val="_3*i*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91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  <p:tag name="KSO_WM_UNIT_ID" val="_3*i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92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  <p:tag name="KSO_WM_UNIT_ID" val="_3*i*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93.xml><?xml version="1.0" encoding="utf-8"?>
<p:tagLst xmlns:p="http://schemas.openxmlformats.org/presentationml/2006/main">
  <p:tag name="KSO_WM_UNIT_TYPE" val="i"/>
  <p:tag name="KSO_WM_UNIT_INDEX" val="3"/>
  <p:tag name="KSO_WM_BEAUTIFY_FLAG" val="#wm#"/>
  <p:tag name="KSO_WM_TAG_VERSION" val="3.0"/>
  <p:tag name="KSO_WM_UNIT_ID" val="_3*i*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94.xml><?xml version="1.0" encoding="utf-8"?>
<p:tagLst xmlns:p="http://schemas.openxmlformats.org/presentationml/2006/main">
  <p:tag name="KSO_WM_UNIT_TYPE" val="i"/>
  <p:tag name="KSO_WM_UNIT_INDEX" val="9"/>
  <p:tag name="KSO_WM_BEAUTIFY_FLAG" val="#wm#"/>
  <p:tag name="KSO_WM_TAG_VERSION" val="3.0"/>
  <p:tag name="KSO_WM_UNIT_ID" val="_3*i*9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95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  <p:tag name="KSO_WM_UNIT_ID" val="_3*i*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96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  <p:tag name="KSO_WM_UNIT_ID" val="_3*i*1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97.xml><?xml version="1.0" encoding="utf-8"?>
<p:tagLst xmlns:p="http://schemas.openxmlformats.org/presentationml/2006/main">
  <p:tag name="KSO_WM_UNIT_TYPE" val="i"/>
  <p:tag name="KSO_WM_UNIT_INDEX" val="5"/>
  <p:tag name="KSO_WM_BEAUTIFY_FLAG" val="#wm#"/>
  <p:tag name="KSO_WM_TAG_VERSION" val="3.0"/>
  <p:tag name="KSO_WM_UNIT_ID" val="_3*i*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98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标题"/>
  <p:tag name="KSO_WM_UNIT_ID" val="_3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</p:tagLst>
</file>

<file path=ppt/tags/tag99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00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01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02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  <p:tag name="KSO_WM_UNIT_ID" val="_3*i*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03.xml><?xml version="1.0" encoding="utf-8"?>
<p:tagLst xmlns:p="http://schemas.openxmlformats.org/presentationml/2006/main">
  <p:tag name="KSO_WM_UNIT_TYPE" val="i"/>
  <p:tag name="KSO_WM_UNIT_INDEX" val="7"/>
  <p:tag name="KSO_WM_BEAUTIFY_FLAG" val="#wm#"/>
  <p:tag name="KSO_WM_TAG_VERSION" val="3.0"/>
  <p:tag name="KSO_WM_UNIT_ID" val="_4*i*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04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  <p:tag name="KSO_WM_UNIT_ID" val="_4*i*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05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D" val="_4*i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06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  <p:tag name="KSO_WM_UNIT_ID" val="_4*i*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07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  <p:tag name="KSO_WM_UNIT_ID" val="_4*i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08.xml><?xml version="1.0" encoding="utf-8"?>
<p:tagLst xmlns:p="http://schemas.openxmlformats.org/presentationml/2006/main">
  <p:tag name="KSO_WM_UNIT_TYPE" val="i"/>
  <p:tag name="KSO_WM_UNIT_INDEX" val="3"/>
  <p:tag name="KSO_WM_BEAUTIFY_FLAG" val="#wm#"/>
  <p:tag name="KSO_WM_TAG_VERSION" val="3.0"/>
  <p:tag name="KSO_WM_UNIT_ID" val="_4*i*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09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  <p:tag name="KSO_WM_UNIT_ID" val="_4*i*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10.xml><?xml version="1.0" encoding="utf-8"?>
<p:tagLst xmlns:p="http://schemas.openxmlformats.org/presentationml/2006/main">
  <p:tag name="KSO_WM_UNIT_TYPE" val="i"/>
  <p:tag name="KSO_WM_UNIT_INDEX" val="5"/>
  <p:tag name="KSO_WM_BEAUTIFY_FLAG" val="#wm#"/>
  <p:tag name="KSO_WM_TAG_VERSION" val="3.0"/>
  <p:tag name="KSO_WM_UNIT_ID" val="_4*i*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11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  <p:tag name="KSO_WM_UNIT_ID" val="_4*i*1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12.xml><?xml version="1.0" encoding="utf-8"?>
<p:tagLst xmlns:p="http://schemas.openxmlformats.org/presentationml/2006/main">
  <p:tag name="KSO_WM_UNIT_TYPE" val="i"/>
  <p:tag name="KSO_WM_UNIT_INDEX" val="11"/>
  <p:tag name="KSO_WM_BEAUTIFY_FLAG" val="#wm#"/>
  <p:tag name="KSO_WM_TAG_VERSION" val="3.0"/>
  <p:tag name="KSO_WM_UNIT_ID" val="_4*i*1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13.xml><?xml version="1.0" encoding="utf-8"?>
<p:tagLst xmlns:p="http://schemas.openxmlformats.org/presentationml/2006/main">
  <p:tag name="KSO_WM_UNIT_TYPE" val="i"/>
  <p:tag name="KSO_WM_UNIT_INDEX" val="9"/>
  <p:tag name="KSO_WM_BEAUTIFY_FLAG" val="#wm#"/>
  <p:tag name="KSO_WM_TAG_VERSION" val="3.0"/>
  <p:tag name="KSO_WM_UNIT_ID" val="_4*i*9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14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编辑标题"/>
  <p:tag name="KSO_WM_UNIT_ID" val="_4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</p:tagLst>
</file>

<file path=ppt/tags/tag115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  <p:tag name="KSO_WM_UNIT_PRESET_TEXT" val="单击此处编辑副标题"/>
  <p:tag name="KSO_WM_UNIT_ID" val="_4*b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</p:tagLst>
</file>

<file path=ppt/tags/tag116.xml><?xml version="1.0" encoding="utf-8"?>
<p:tagLst xmlns:p="http://schemas.openxmlformats.org/presentationml/2006/main">
  <p:tag name="KSO_WM_UNIT_TYPE" val="e"/>
  <p:tag name="KSO_WM_UNIT_INDEX" val="1"/>
  <p:tag name="KSO_WM_BEAUTIFY_FLAG" val="#wm#"/>
  <p:tag name="KSO_WM_TAG_VERSION" val="3.0"/>
  <p:tag name="KSO_WM_UNIT_PRESET_TEXT" val="节编号"/>
  <p:tag name="KSO_WM_UNIT_ID" val="_4*e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17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5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TEXT_LAYER_COUNT" val="1"/>
</p:tagLst>
</file>

<file path=ppt/tags/tag118.xml><?xml version="1.0" encoding="utf-8"?>
<p:tagLst xmlns:p="http://schemas.openxmlformats.org/presentationml/2006/main">
  <p:tag name="KSO_WM_UNIT_TYPE" val="f"/>
  <p:tag name="KSO_WM_UNIT_SUBTYPE" val="a"/>
  <p:tag name="KSO_WM_UNIT_INDEX" val="2"/>
  <p:tag name="KSO_WM_BEAUTIFY_FLAG" val="#wm#"/>
  <p:tag name="KSO_WM_TAG_VERSION" val="3.0"/>
  <p:tag name="KSO_WM_UNIT_PRESET_TEXT" val="单击此处编辑母版文本样式&#10;第二级&#10;第三级&#10;第四级&#10;第五级"/>
  <p:tag name="KSO_WM_UNIT_ID" val="_5*f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TEXT_LAYER_COUNT" val="1"/>
</p:tagLst>
</file>

<file path=ppt/tags/tag119.xml><?xml version="1.0" encoding="utf-8"?>
<p:tagLst xmlns:p="http://schemas.openxmlformats.org/presentationml/2006/main">
  <p:tag name="KSO_WM_UNIT_ID" val="_5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20.xml><?xml version="1.0" encoding="utf-8"?>
<p:tagLst xmlns:p="http://schemas.openxmlformats.org/presentationml/2006/main">
  <p:tag name="KSO_WM_UNIT_ID" val="_5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21.xml><?xml version="1.0" encoding="utf-8"?>
<p:tagLst xmlns:p="http://schemas.openxmlformats.org/presentationml/2006/main">
  <p:tag name="KSO_WM_UNIT_ID" val="_5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22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5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</p:tagLst>
</file>

<file path=ppt/tags/tag123.xml><?xml version="1.0" encoding="utf-8"?>
<p:tagLst xmlns:p="http://schemas.openxmlformats.org/presentationml/2006/main">
  <p:tag name="KSO_WM_UNIT_TYPE" val="h_a"/>
  <p:tag name="KSO_WM_UNIT_INDEX" val="1_1"/>
  <p:tag name="KSO_WM_BEAUTIFY_FLAG" val="#wm#"/>
  <p:tag name="KSO_WM_TAG_VERSION" val="3.0"/>
  <p:tag name="KSO_WM_UNIT_PRESET_TEXT" val="单击此处编辑母版文本样式"/>
  <p:tag name="KSO_WM_UNIT_ID" val="_6*h_a*1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"/>
  <p:tag name="KSO_WM_UNIT_ISCONTENTSTITLE" val="0"/>
</p:tagLst>
</file>

<file path=ppt/tags/tag124.xml><?xml version="1.0" encoding="utf-8"?>
<p:tagLst xmlns:p="http://schemas.openxmlformats.org/presentationml/2006/main">
  <p:tag name="KSO_WM_UNIT_TYPE" val="h_f"/>
  <p:tag name="KSO_WM_UNIT_SUBTYPE" val="a"/>
  <p:tag name="KSO_WM_UNIT_INDEX" val="1_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6*h_f*1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"/>
  <p:tag name="KSO_WM_UNIT_TEXT_LAYER_COUNT" val="1"/>
</p:tagLst>
</file>

<file path=ppt/tags/tag125.xml><?xml version="1.0" encoding="utf-8"?>
<p:tagLst xmlns:p="http://schemas.openxmlformats.org/presentationml/2006/main">
  <p:tag name="KSO_WM_UNIT_TYPE" val="h_a"/>
  <p:tag name="KSO_WM_UNIT_INDEX" val="2_1"/>
  <p:tag name="KSO_WM_BEAUTIFY_FLAG" val="#wm#"/>
  <p:tag name="KSO_WM_TAG_VERSION" val="3.0"/>
  <p:tag name="KSO_WM_UNIT_PRESET_TEXT" val="单击此处编辑母版文本样式"/>
  <p:tag name="KSO_WM_UNIT_ID" val="_6*h_a*2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"/>
  <p:tag name="KSO_WM_UNIT_ISCONTENTSTITLE" val="0"/>
</p:tagLst>
</file>

<file path=ppt/tags/tag126.xml><?xml version="1.0" encoding="utf-8"?>
<p:tagLst xmlns:p="http://schemas.openxmlformats.org/presentationml/2006/main">
  <p:tag name="KSO_WM_UNIT_TYPE" val="h_f"/>
  <p:tag name="KSO_WM_UNIT_SUBTYPE" val="a"/>
  <p:tag name="KSO_WM_UNIT_INDEX" val="2_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6*h_f*2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"/>
  <p:tag name="KSO_WM_UNIT_TEXT_LAYER_COUNT" val="1"/>
</p:tagLst>
</file>

<file path=ppt/tags/tag127.xml><?xml version="1.0" encoding="utf-8"?>
<p:tagLst xmlns:p="http://schemas.openxmlformats.org/presentationml/2006/main">
  <p:tag name="KSO_WM_UNIT_ID" val="_6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28.xml><?xml version="1.0" encoding="utf-8"?>
<p:tagLst xmlns:p="http://schemas.openxmlformats.org/presentationml/2006/main">
  <p:tag name="KSO_WM_UNIT_ID" val="_6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29.xml><?xml version="1.0" encoding="utf-8"?>
<p:tagLst xmlns:p="http://schemas.openxmlformats.org/presentationml/2006/main">
  <p:tag name="KSO_WM_UNIT_ID" val="_6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30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6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</p:tagLst>
</file>

<file path=ppt/tags/tag131.xml><?xml version="1.0" encoding="utf-8"?>
<p:tagLst xmlns:p="http://schemas.openxmlformats.org/presentationml/2006/main">
  <p:tag name="KSO_WM_UNIT_ID" val="_7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32.xml><?xml version="1.0" encoding="utf-8"?>
<p:tagLst xmlns:p="http://schemas.openxmlformats.org/presentationml/2006/main">
  <p:tag name="KSO_WM_UNIT_ID" val="_7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33.xml><?xml version="1.0" encoding="utf-8"?>
<p:tagLst xmlns:p="http://schemas.openxmlformats.org/presentationml/2006/main">
  <p:tag name="KSO_WM_UNIT_ID" val="_7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34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7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</p:tagLst>
</file>

<file path=ppt/tags/tag135.xml><?xml version="1.0" encoding="utf-8"?>
<p:tagLst xmlns:p="http://schemas.openxmlformats.org/presentationml/2006/main">
  <p:tag name="KSO_WM_UNIT_ID" val="_8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36.xml><?xml version="1.0" encoding="utf-8"?>
<p:tagLst xmlns:p="http://schemas.openxmlformats.org/presentationml/2006/main">
  <p:tag name="KSO_WM_UNIT_ID" val="_8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37.xml><?xml version="1.0" encoding="utf-8"?>
<p:tagLst xmlns:p="http://schemas.openxmlformats.org/presentationml/2006/main">
  <p:tag name="KSO_WM_UNIT_ID" val="_8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38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9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TEXT_LAYER_COUNT" val="1"/>
</p:tagLst>
</file>

<file path=ppt/tags/tag139.xml><?xml version="1.0" encoding="utf-8"?>
<p:tagLst xmlns:p="http://schemas.openxmlformats.org/presentationml/2006/main">
  <p:tag name="KSO_WM_UNIT_ID" val="_9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40.xml><?xml version="1.0" encoding="utf-8"?>
<p:tagLst xmlns:p="http://schemas.openxmlformats.org/presentationml/2006/main">
  <p:tag name="KSO_WM_UNIT_ID" val="_9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41.xml><?xml version="1.0" encoding="utf-8"?>
<p:tagLst xmlns:p="http://schemas.openxmlformats.org/presentationml/2006/main">
  <p:tag name="KSO_WM_UNIT_ID" val="_9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42.xml><?xml version="1.0" encoding="utf-8"?>
<p:tagLst xmlns:p="http://schemas.openxmlformats.org/presentationml/2006/main">
  <p:tag name="KSO_WM_UNIT_ID" val="_1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43.xml><?xml version="1.0" encoding="utf-8"?>
<p:tagLst xmlns:p="http://schemas.openxmlformats.org/presentationml/2006/main">
  <p:tag name="KSO_WM_UNIT_ID" val="_1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44.xml><?xml version="1.0" encoding="utf-8"?>
<p:tagLst xmlns:p="http://schemas.openxmlformats.org/presentationml/2006/main">
  <p:tag name="KSO_WM_UNIT_ID" val="_1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45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  <p:tag name="KSO_WM_UNIT_PRESET_TEXT" val="单击此处编辑副标题"/>
  <p:tag name="KSO_WM_UNIT_ID" val="_10*b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</p:tagLst>
</file>

<file path=ppt/tags/tag146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10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</p:tagLst>
</file>

<file path=ppt/tags/tag147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D" val="_11*i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48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  <p:tag name="KSO_WM_UNIT_ID" val="_11*i*1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49.xml><?xml version="1.0" encoding="utf-8"?>
<p:tagLst xmlns:p="http://schemas.openxmlformats.org/presentationml/2006/main">
  <p:tag name="KSO_WM_UNIT_TYPE" val="i"/>
  <p:tag name="KSO_WM_UNIT_INDEX" val="3"/>
  <p:tag name="KSO_WM_BEAUTIFY_FLAG" val="#wm#"/>
  <p:tag name="KSO_WM_TAG_VERSION" val="3.0"/>
  <p:tag name="KSO_WM_UNIT_ID" val="_11*i*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50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  <p:tag name="KSO_WM_UNIT_ID" val="_11*i*1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51.xml><?xml version="1.0" encoding="utf-8"?>
<p:tagLst xmlns:p="http://schemas.openxmlformats.org/presentationml/2006/main">
  <p:tag name="KSO_WM_UNIT_TYPE" val="i"/>
  <p:tag name="KSO_WM_UNIT_INDEX" val="5"/>
  <p:tag name="KSO_WM_BEAUTIFY_FLAG" val="#wm#"/>
  <p:tag name="KSO_WM_TAG_VERSION" val="3.0"/>
  <p:tag name="KSO_WM_UNIT_ID" val="_11*i*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52.xml><?xml version="1.0" encoding="utf-8"?>
<p:tagLst xmlns:p="http://schemas.openxmlformats.org/presentationml/2006/main">
  <p:tag name="KSO_WM_UNIT_TYPE" val="i"/>
  <p:tag name="KSO_WM_UNIT_INDEX" val="14"/>
  <p:tag name="KSO_WM_BEAUTIFY_FLAG" val="#wm#"/>
  <p:tag name="KSO_WM_TAG_VERSION" val="3.0"/>
  <p:tag name="KSO_WM_UNIT_ID" val="_11*i*1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53.xml><?xml version="1.0" encoding="utf-8"?>
<p:tagLst xmlns:p="http://schemas.openxmlformats.org/presentationml/2006/main">
  <p:tag name="KSO_WM_UNIT_TYPE" val="i"/>
  <p:tag name="KSO_WM_UNIT_INDEX" val="7"/>
  <p:tag name="KSO_WM_BEAUTIFY_FLAG" val="#wm#"/>
  <p:tag name="KSO_WM_TAG_VERSION" val="3.0"/>
  <p:tag name="KSO_WM_UNIT_ID" val="_11*i*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54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  <p:tag name="KSO_WM_UNIT_ID" val="_11*i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55.xml><?xml version="1.0" encoding="utf-8"?>
<p:tagLst xmlns:p="http://schemas.openxmlformats.org/presentationml/2006/main">
  <p:tag name="KSO_WM_UNIT_TYPE" val="i"/>
  <p:tag name="KSO_WM_UNIT_INDEX" val="11"/>
  <p:tag name="KSO_WM_BEAUTIFY_FLAG" val="#wm#"/>
  <p:tag name="KSO_WM_TAG_VERSION" val="3.0"/>
  <p:tag name="KSO_WM_UNIT_ID" val="_11*i*1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56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  <p:tag name="KSO_WM_UNIT_ID" val="_11*i*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57.xml><?xml version="1.0" encoding="utf-8"?>
<p:tagLst xmlns:p="http://schemas.openxmlformats.org/presentationml/2006/main">
  <p:tag name="KSO_WM_UNIT_TYPE" val="i"/>
  <p:tag name="KSO_WM_UNIT_INDEX" val="13"/>
  <p:tag name="KSO_WM_BEAUTIFY_FLAG" val="#wm#"/>
  <p:tag name="KSO_WM_TAG_VERSION" val="3.0"/>
  <p:tag name="KSO_WM_UNIT_ID" val="_11*i*1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58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  <p:tag name="KSO_WM_UNIT_ID" val="_11*i*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59.xml><?xml version="1.0" encoding="utf-8"?>
<p:tagLst xmlns:p="http://schemas.openxmlformats.org/presentationml/2006/main">
  <p:tag name="KSO_WM_UNIT_TYPE" val="i"/>
  <p:tag name="KSO_WM_UNIT_INDEX" val="15"/>
  <p:tag name="KSO_WM_BEAUTIFY_FLAG" val="#wm#"/>
  <p:tag name="KSO_WM_TAG_VERSION" val="3.0"/>
  <p:tag name="KSO_WM_UNIT_ID" val="_11*i*1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60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  <p:tag name="KSO_WM_UNIT_ID" val="_11*i*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61.xml><?xml version="1.0" encoding="utf-8"?>
<p:tagLst xmlns:p="http://schemas.openxmlformats.org/presentationml/2006/main">
  <p:tag name="KSO_WM_UNIT_TYPE" val="i"/>
  <p:tag name="KSO_WM_UNIT_INDEX" val="17"/>
  <p:tag name="KSO_WM_BEAUTIFY_FLAG" val="#wm#"/>
  <p:tag name="KSO_WM_TAG_VERSION" val="3.0"/>
  <p:tag name="KSO_WM_UNIT_ID" val="_11*i*1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62.xml><?xml version="1.0" encoding="utf-8"?>
<p:tagLst xmlns:p="http://schemas.openxmlformats.org/presentationml/2006/main">
  <p:tag name="KSO_WM_UNIT_TYPE" val="i"/>
  <p:tag name="KSO_WM_UNIT_INDEX" val="9"/>
  <p:tag name="KSO_WM_BEAUTIFY_FLAG" val="#wm#"/>
  <p:tag name="KSO_WM_TAG_VERSION" val="3.0"/>
  <p:tag name="KSO_WM_UNIT_ID" val="_11*i*9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63.xml><?xml version="1.0" encoding="utf-8"?>
<p:tagLst xmlns:p="http://schemas.openxmlformats.org/presentationml/2006/main">
  <p:tag name="KSO_WM_UNIT_TYPE" val="i"/>
  <p:tag name="KSO_WM_UNIT_INDEX" val="18"/>
  <p:tag name="KSO_WM_BEAUTIFY_FLAG" val="#wm#"/>
  <p:tag name="KSO_WM_TAG_VERSION" val="3.0"/>
  <p:tag name="KSO_WM_UNIT_ID" val="_11*i*1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64.xml><?xml version="1.0" encoding="utf-8"?>
<p:tagLst xmlns:p="http://schemas.openxmlformats.org/presentationml/2006/main">
  <p:tag name="KSO_WM_UNIT_TYPE" val="i"/>
  <p:tag name="KSO_WM_UNIT_INDEX" val="16"/>
  <p:tag name="KSO_WM_BEAUTIFY_FLAG" val="#wm#"/>
  <p:tag name="KSO_WM_TAG_VERSION" val="3.0"/>
  <p:tag name="KSO_WM_UNIT_ID" val="_11*i*1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65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编辑母版标题"/>
  <p:tag name="KSO_WM_UNIT_ID" val="_11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</p:tagLst>
</file>

<file path=ppt/tags/tag166.xml><?xml version="1.0" encoding="utf-8"?>
<p:tagLst xmlns:p="http://schemas.openxmlformats.org/presentationml/2006/main">
  <p:tag name="KSO_WM_UNIT_TYPE" val="f"/>
  <p:tag name="KSO_WM_UNIT_SUBTYPE" val="c"/>
  <p:tag name="KSO_WM_UNIT_INDEX" val="2"/>
  <p:tag name="KSO_WM_BEAUTIFY_FLAG" val="#wm#"/>
  <p:tag name="KSO_WM_TAG_VERSION" val="3.0"/>
  <p:tag name="KSO_WM_UNIT_PRESET_TEXT" val="日期"/>
  <p:tag name="KSO_WM_UNIT_ID" val="_11*f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TEXT_LAYER_COUNT" val="1"/>
</p:tagLst>
</file>

<file path=ppt/tags/tag167.xml><?xml version="1.0" encoding="utf-8"?>
<p:tagLst xmlns:p="http://schemas.openxmlformats.org/presentationml/2006/main">
  <p:tag name="KSO_WM_UNIT_TYPE" val="f"/>
  <p:tag name="KSO_WM_UNIT_SUBTYPE" val="b"/>
  <p:tag name="KSO_WM_UNIT_INDEX" val="1"/>
  <p:tag name="KSO_WM_BEAUTIFY_FLAG" val="#wm#"/>
  <p:tag name="KSO_WM_TAG_VERSION" val="3.0"/>
  <p:tag name="KSO_WM_UNIT_PRESET_TEXT" val="署名"/>
  <p:tag name="KSO_WM_UNIT_ID" val="_11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TEXT_LAYER_COUNT" val="1"/>
</p:tagLst>
</file>

<file path=ppt/tags/tag168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D" val="_0*i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69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  <p:tag name="KSO_WM_UNIT_ID" val="_0*i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70.xml><?xml version="1.0" encoding="utf-8"?>
<p:tagLst xmlns:p="http://schemas.openxmlformats.org/presentationml/2006/main">
  <p:tag name="KSO_WM_UNIT_TYPE" val="i"/>
  <p:tag name="KSO_WM_UNIT_INDEX" val="3"/>
  <p:tag name="KSO_WM_BEAUTIFY_FLAG" val="#wm#"/>
  <p:tag name="KSO_WM_TAG_VERSION" val="3.0"/>
  <p:tag name="KSO_WM_UNIT_ID" val="_0*i*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71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  <p:tag name="KSO_WM_UNIT_ID" val="_0*i*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72.xml><?xml version="1.0" encoding="utf-8"?>
<p:tagLst xmlns:p="http://schemas.openxmlformats.org/presentationml/2006/main">
  <p:tag name="KSO_WM_UNIT_TYPE" val="i"/>
  <p:tag name="KSO_WM_UNIT_INDEX" val="5"/>
  <p:tag name="KSO_WM_BEAUTIFY_FLAG" val="#wm#"/>
  <p:tag name="KSO_WM_TAG_VERSION" val="3.0"/>
  <p:tag name="KSO_WM_UNIT_ID" val="_0*i*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73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  <p:tag name="KSO_WM_UNIT_ID" val="_0*i*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74.xml><?xml version="1.0" encoding="utf-8"?>
<p:tagLst xmlns:p="http://schemas.openxmlformats.org/presentationml/2006/main">
  <p:tag name="KSO_WM_UNIT_TYPE" val="i"/>
  <p:tag name="KSO_WM_UNIT_INDEX" val="7"/>
  <p:tag name="KSO_WM_BEAUTIFY_FLAG" val="#wm#"/>
  <p:tag name="KSO_WM_TAG_VERSION" val="3.0"/>
  <p:tag name="KSO_WM_UNIT_ID" val="_0*i*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75.xml><?xml version="1.0" encoding="utf-8"?>
<p:tagLst xmlns:p="http://schemas.openxmlformats.org/presentationml/2006/main">
  <p:tag name="KSO_WM_UNIT_ID" val="_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76.xml><?xml version="1.0" encoding="utf-8"?>
<p:tagLst xmlns:p="http://schemas.openxmlformats.org/presentationml/2006/main">
  <p:tag name="KSO_WM_UNIT_ID" val="_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77.xml><?xml version="1.0" encoding="utf-8"?>
<p:tagLst xmlns:p="http://schemas.openxmlformats.org/presentationml/2006/main">
  <p:tag name="KSO_WM_UNIT_ID" val="_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78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1.0"/>
  <p:tag name="KSO_WM_UNIT_PRESET_TEXT" val="单击此处编辑母版文本样式&#10;第二级&#10;第三级&#10;第四级&#10;第五级"/>
  <p:tag name="KSO_WM_UNIT_ID" val="_0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TEXT_LAYER_COUNT" val="1"/>
  <p:tag name="KSO_WM_TEMPLATE_CATEGORY" val="custom"/>
  <p:tag name="KSO_WM_TEMPLATE_INDEX" val="40494963"/>
</p:tagLst>
</file>

<file path=ppt/tags/tag179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0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TEMPLATE_CATEGORY" val="custom"/>
  <p:tag name="KSO_WM_TEMPLATE_INDEX" val="40494963"/>
</p:tagLst>
</file>

<file path=ppt/tags/tag180.xml><?xml version="1.0" encoding="utf-8"?>
<p:tagLst xmlns:p="http://schemas.openxmlformats.org/presentationml/2006/main">
  <p:tag name="KSO_WM_TEMPLATE_SUBCATEGORY" val="29"/>
  <p:tag name="KSO_WM_TEMPLATE_COLOR_TYPE" val="0"/>
  <p:tag name="KSO_WM_TAG_VERSION" val="3.0"/>
  <p:tag name="KSO_WM_TEMPLATE_THUMBS_INDEX" val="1、9"/>
  <p:tag name="KSO_WM_BEAUTIFY_FLAG" val="#wm#"/>
  <p:tag name="KSO_WM_TEMPLATE_INDEX" val="40494963"/>
  <p:tag name="KSO_WM_TEMPLATE_CATEGORY" val="custom"/>
  <p:tag name="KSO_WM_TEMPLATE_MASTER_TYPE" val="0"/>
</p:tagLst>
</file>

<file path=ppt/tags/tag181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ID" val="custom40494963_1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4963"/>
  <p:tag name="KSO_WM_TEMPLATE_CATEGORY" val="custom"/>
  <p:tag name="KSO_WM_UNIT_ISCONTENTSTITLE" val="0"/>
  <p:tag name="KSO_WM_UNIT_VALUE" val="16"/>
  <p:tag name="KSO_WM_UNIT_PRESET_TEXT" val="单击此处&#10;添加文档标题"/>
  <p:tag name="KSO_WM_UNIT_TEXT_TYPE" val="1"/>
</p:tagLst>
</file>

<file path=ppt/tags/tag182.xml><?xml version="1.0" encoding="utf-8"?>
<p:tagLst xmlns:p="http://schemas.openxmlformats.org/presentationml/2006/main">
  <p:tag name="KSO_WM_UNIT_TYPE" val="f"/>
  <p:tag name="KSO_WM_UNIT_SUBTYPE" val="c"/>
  <p:tag name="KSO_WM_UNIT_INDEX" val="2"/>
  <p:tag name="KSO_WM_BEAUTIFY_FLAG" val="#wm#"/>
  <p:tag name="KSO_WM_TAG_VERSION" val="3.0"/>
  <p:tag name="KSO_WM_UNIT_ID" val="custom40494963_1*f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4963"/>
  <p:tag name="KSO_WM_TEMPLATE_CATEGORY" val="custom"/>
  <p:tag name="KSO_WM_UNIT_TEXT_LAYER_COUNT" val="1"/>
  <p:tag name="KSO_WM_UNIT_PRESET_TEXT" val="202X/01/01"/>
  <p:tag name="KSO_WM_UNIT_VALUE" val="12"/>
  <p:tag name="KSO_WM_UNIT_TEXT_TYPE" val="1"/>
</p:tagLst>
</file>

<file path=ppt/tags/tag183.xml><?xml version="1.0" encoding="utf-8"?>
<p:tagLst xmlns:p="http://schemas.openxmlformats.org/presentationml/2006/main">
  <p:tag name="KSO_WM_UNIT_TYPE" val="f"/>
  <p:tag name="KSO_WM_UNIT_SUBTYPE" val="b"/>
  <p:tag name="KSO_WM_UNIT_INDEX" val="1"/>
  <p:tag name="KSO_WM_BEAUTIFY_FLAG" val="#wm#"/>
  <p:tag name="KSO_WM_TAG_VERSION" val="3.0"/>
  <p:tag name="KSO_WM_UNIT_ID" val="custom40494963_1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4963"/>
  <p:tag name="KSO_WM_TEMPLATE_CATEGORY" val="custom"/>
  <p:tag name="KSO_WM_UNIT_TEXT_LAYER_COUNT" val="1"/>
  <p:tag name="KSO_WM_UNIT_VALUE" val="22"/>
  <p:tag name="KSO_WM_UNIT_PRESET_TEXT" val="汇报人：WPS"/>
  <p:tag name="KSO_WM_UNIT_TEXT_TYPE" val="1"/>
</p:tagLst>
</file>

<file path=ppt/tags/tag184.xml><?xml version="1.0" encoding="utf-8"?>
<p:tagLst xmlns:p="http://schemas.openxmlformats.org/presentationml/2006/main">
  <p:tag name="KSO_WM_SLIDE_TYPE" val="title"/>
  <p:tag name="KSO_WM_TEMPLATE_SUBCATEGORY" val="29"/>
  <p:tag name="KSO_WM_TEMPLATE_COLOR_TYPE" val="0"/>
  <p:tag name="KSO_WM_TAG_VERSION" val="3.0"/>
  <p:tag name="KSO_WM_SLIDE_SUBTYPE" val="pureTxt"/>
  <p:tag name="KSO_WM_SLIDE_ITEM_CNT" val="0"/>
  <p:tag name="KSO_WM_TEMPLATE_THUMBS_INDEX" val="1、9"/>
  <p:tag name="KSO_WM_BEAUTIFY_FLAG" val="#wm#"/>
  <p:tag name="KSO_WM_TEMPLATE_INDEX" val="40494963"/>
  <p:tag name="KSO_WM_TEMPLATE_CATEGORY" val="custom"/>
  <p:tag name="KSO_WM_SLIDE_INDEX" val="1"/>
  <p:tag name="KSO_WM_SLIDE_ID" val="custom40494963_1"/>
  <p:tag name="KSO_WM_TEMPLATE_MASTER_TYPE" val="0"/>
  <p:tag name="KSO_WM_SLIDE_LAYOUT" val="a_f"/>
  <p:tag name="KSO_WM_SLIDE_LAYOUT_CNT" val="1_2"/>
  <p:tag name="KSO_WM_SLIDE_THEME_ID" val="3425970"/>
  <p:tag name="KSO_WM_SLIDE_THEME_NAME" val="可爱卡通绿色产品发布会模板"/>
</p:tagLst>
</file>

<file path=ppt/tags/tag185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7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</p:tagLst>
</file>

<file path=ppt/tags/tag186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7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</p:tagLst>
</file>

<file path=ppt/tags/tag187.xml><?xml version="1.0" encoding="utf-8"?>
<p:tagLst xmlns:p="http://schemas.openxmlformats.org/presentationml/2006/main">
  <p:tag name="KSO_WM_BEAUTIFY_FLAG" val="#wm#"/>
  <p:tag name="KSO_WM_TEMPLATE_CATEGORY" val="custom"/>
  <p:tag name="KSO_WM_TEMPLATE_INDEX" val="40494963"/>
  <p:tag name="KSO_WM_SLIDE_TYPE" val="text"/>
  <p:tag name="KSO_WM_TEMPLATE_SUBCATEGORY" val="29"/>
  <p:tag name="KSO_WM_TEMPLATE_COLOR_TYPE" val="0"/>
  <p:tag name="KSO_WM_TAG_VERSION" val="3.0"/>
  <p:tag name="KSO_WM_SLIDE_SUBTYPE" val="pureTxt"/>
  <p:tag name="KSO_WM_SLIDE_ITEM_CNT" val="0"/>
  <p:tag name="KSO_WM_SLIDE_INDEX" val="8"/>
  <p:tag name="KSO_WM_SLIDE_ID" val="custom40494963_8"/>
  <p:tag name="KSO_WM_TEMPLATE_MASTER_TYPE" val="0"/>
  <p:tag name="KSO_WM_SLIDE_LAYOUT" val="a_f"/>
  <p:tag name="KSO_WM_SLIDE_LAYOUT_CNT" val="1_1"/>
  <p:tag name="KSO_WM_SLIDE_SIZE" val="850*457"/>
  <p:tag name="KSO_WM_SLIDE_POSITION" val="54*28"/>
</p:tagLst>
</file>

<file path=ppt/tags/tag188.xml><?xml version="1.0" encoding="utf-8"?>
<p:tagLst xmlns:p="http://schemas.openxmlformats.org/presentationml/2006/main">
  <p:tag name="KSO_WM_BEAUTIFY_FLAG" val="#wm#"/>
  <p:tag name="KSO_WM_TEMPLATE_CATEGORY" val="custom"/>
  <p:tag name="KSO_WM_TEMPLATE_INDEX" val="40494963"/>
</p:tagLst>
</file>

<file path=ppt/tags/tag189.xml><?xml version="1.0" encoding="utf-8"?>
<p:tagLst xmlns:p="http://schemas.openxmlformats.org/presentationml/2006/main">
  <p:tag name="KSO_WM_BEAUTIFY_FLAG" val="#wm#"/>
  <p:tag name="KSO_WM_TEMPLATE_CATEGORY" val="custom"/>
  <p:tag name="KSO_WM_TEMPLATE_INDEX" val="40494963"/>
  <p:tag name="KSO_WM_SLIDE_TYPE" val="text"/>
  <p:tag name="KSO_WM_TEMPLATE_SUBCATEGORY" val="29"/>
  <p:tag name="KSO_WM_TEMPLATE_COLOR_TYPE" val="0"/>
  <p:tag name="KSO_WM_TAG_VERSION" val="3.0"/>
  <p:tag name="KSO_WM_SLIDE_SUBTYPE" val="pureTxt"/>
  <p:tag name="KSO_WM_SLIDE_ITEM_CNT" val="0"/>
  <p:tag name="KSO_WM_SLIDE_INDEX" val="8"/>
  <p:tag name="KSO_WM_SLIDE_ID" val="custom40494963_8"/>
  <p:tag name="KSO_WM_TEMPLATE_MASTER_TYPE" val="0"/>
  <p:tag name="KSO_WM_SLIDE_LAYOUT" val="a_f"/>
  <p:tag name="KSO_WM_SLIDE_LAYOUT_CNT" val="1_1"/>
  <p:tag name="KSO_WM_SLIDE_SIZE" val="850*457"/>
  <p:tag name="KSO_WM_SLIDE_POSITION" val="54*28"/>
</p:tagLst>
</file>

<file path=ppt/tags/tag190.xml><?xml version="1.0" encoding="utf-8"?>
<p:tagLst xmlns:p="http://schemas.openxmlformats.org/presentationml/2006/main">
  <p:tag name="KSO_WM_BEAUTIFY_FLAG" val="#wm#"/>
  <p:tag name="KSO_WM_TEMPLATE_CATEGORY" val="custom"/>
  <p:tag name="KSO_WM_TEMPLATE_INDEX" val="40494963"/>
  <p:tag name="KSO_WM_SLIDE_TYPE" val="text"/>
  <p:tag name="KSO_WM_TEMPLATE_SUBCATEGORY" val="29"/>
  <p:tag name="KSO_WM_TEMPLATE_COLOR_TYPE" val="0"/>
  <p:tag name="KSO_WM_TAG_VERSION" val="3.0"/>
  <p:tag name="KSO_WM_SLIDE_SUBTYPE" val="pureTxt"/>
  <p:tag name="KSO_WM_SLIDE_ITEM_CNT" val="0"/>
  <p:tag name="KSO_WM_SLIDE_INDEX" val="8"/>
  <p:tag name="KSO_WM_SLIDE_ID" val="custom40494963_8"/>
  <p:tag name="KSO_WM_TEMPLATE_MASTER_TYPE" val="0"/>
  <p:tag name="KSO_WM_SLIDE_LAYOUT" val="a_f"/>
  <p:tag name="KSO_WM_SLIDE_LAYOUT_CNT" val="1_1"/>
  <p:tag name="KSO_WM_SLIDE_SIZE" val="850*457"/>
  <p:tag name="KSO_WM_SLIDE_POSITION" val="54*28"/>
</p:tagLst>
</file>

<file path=ppt/tags/tag191.xml><?xml version="1.0" encoding="utf-8"?>
<p:tagLst xmlns:p="http://schemas.openxmlformats.org/presentationml/2006/main">
  <p:tag name="KSO_WM_BEAUTIFY_FLAG" val="#wm#"/>
  <p:tag name="KSO_WM_TEMPLATE_CATEGORY" val="custom"/>
  <p:tag name="KSO_WM_TEMPLATE_INDEX" val="40494963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可爱卡通绿色产品发布会模板">
  <a:themeElements>
    <a:clrScheme name="自定义 438">
      <a:dk1>
        <a:srgbClr val="000000"/>
      </a:dk1>
      <a:lt1>
        <a:srgbClr val="FFFFFF"/>
      </a:lt1>
      <a:dk2>
        <a:srgbClr val="75BE86"/>
      </a:dk2>
      <a:lt2>
        <a:srgbClr val="E2F0D9"/>
      </a:lt2>
      <a:accent1>
        <a:srgbClr val="EA5C5C"/>
      </a:accent1>
      <a:accent2>
        <a:srgbClr val="1AACA0"/>
      </a:accent2>
      <a:accent3>
        <a:srgbClr val="FDD73F"/>
      </a:accent3>
      <a:accent4>
        <a:srgbClr val="B13A31"/>
      </a:accent4>
      <a:accent5>
        <a:srgbClr val="206077"/>
      </a:accent5>
      <a:accent6>
        <a:srgbClr val="4393EE"/>
      </a:accent6>
      <a:hlink>
        <a:srgbClr val="0563C1"/>
      </a:hlink>
      <a:folHlink>
        <a:srgbClr val="954F72"/>
      </a:folHlink>
    </a:clrScheme>
    <a:fontScheme name="自定义 13">
      <a:majorFont>
        <a:latin typeface="汉仪正圆-75W"/>
        <a:ea typeface="汉仪正圆-75W"/>
        <a:cs typeface=""/>
      </a:majorFont>
      <a:minorFont>
        <a:latin typeface="汉仪正圆 55简"/>
        <a:ea typeface="汉仪正圆 55简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2988</Words>
  <Application>WPS 演示</Application>
  <PresentationFormat>宽屏</PresentationFormat>
  <Paragraphs>62</Paragraphs>
  <Slides>6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6</vt:i4>
      </vt:variant>
    </vt:vector>
  </HeadingPairs>
  <TitlesOfParts>
    <vt:vector size="17" baseType="lpstr">
      <vt:lpstr>Arial</vt:lpstr>
      <vt:lpstr>宋体</vt:lpstr>
      <vt:lpstr>Wingdings</vt:lpstr>
      <vt:lpstr>Wingdings</vt:lpstr>
      <vt:lpstr>汉仪正圆 55简</vt:lpstr>
      <vt:lpstr>汉仪正圆-75W</vt:lpstr>
      <vt:lpstr>微软雅黑</vt:lpstr>
      <vt:lpstr>Arial Unicode MS</vt:lpstr>
      <vt:lpstr>Calibri</vt:lpstr>
      <vt:lpstr>WPS</vt:lpstr>
      <vt:lpstr>可爱卡通绿色产品发布会模板</vt:lpstr>
      <vt:lpstr>图像增强报告二</vt:lpstr>
      <vt:lpstr>收获点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丨丨c</cp:lastModifiedBy>
  <cp:revision>208</cp:revision>
  <dcterms:created xsi:type="dcterms:W3CDTF">2019-06-19T02:08:00Z</dcterms:created>
  <dcterms:modified xsi:type="dcterms:W3CDTF">2025-09-29T08:46:30Z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2052-12.1.0.22529</vt:lpwstr>
  </property>
  <property fmtid="{D5CDD505-2E9C-101B-9397-08002B2CF9AE}" pid="3" name="ICV">
    <vt:lpwstr>4A5BA10F0EB84EB29D00068B0FC0DFA4_11</vt:lpwstr>
  </property>
</Properties>
</file>