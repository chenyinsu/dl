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9"/>
  </p:notesMasterIdLst>
  <p:sldIdLst>
    <p:sldId id="291" r:id="rId4"/>
    <p:sldId id="264" r:id="rId5"/>
    <p:sldId id="301" r:id="rId6"/>
    <p:sldId id="292" r:id="rId7"/>
    <p:sldId id="30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png"/><Relationship Id="rId2" Type="http://schemas.openxmlformats.org/officeDocument/2006/relationships/tags" Target="../tags/tag6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image" Target="../media/image1.png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image" Target="../media/image1.png"/><Relationship Id="rId2" Type="http://schemas.openxmlformats.org/officeDocument/2006/relationships/tags" Target="../tags/tag85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image" Target="../media/image1.png"/><Relationship Id="rId2" Type="http://schemas.openxmlformats.org/officeDocument/2006/relationships/tags" Target="../tags/tag12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3" name="椭圆 42"/>
          <p:cNvSpPr/>
          <p:nvPr userDrawn="1">
            <p:custDataLst>
              <p:tags r:id="rId8"/>
            </p:custDataLst>
          </p:nvPr>
        </p:nvSpPr>
        <p:spPr>
          <a:xfrm rot="900000">
            <a:off x="5811677" y="952529"/>
            <a:ext cx="4952943" cy="4952943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9"/>
            </p:custDataLst>
          </p:nvPr>
        </p:nvSpPr>
        <p:spPr>
          <a:xfrm>
            <a:off x="1023853" y="3063673"/>
            <a:ext cx="10515600" cy="180000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5400" b="1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1023853" y="1513966"/>
            <a:ext cx="10515600" cy="1457452"/>
          </a:xfrm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40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02361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023853" y="4925628"/>
            <a:ext cx="2303547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椭圆 9"/>
          <p:cNvSpPr/>
          <p:nvPr userDrawn="1">
            <p:custDataLst>
              <p:tags r:id="rId8"/>
            </p:custDataLst>
          </p:nvPr>
        </p:nvSpPr>
        <p:spPr>
          <a:xfrm>
            <a:off x="75048" y="1292920"/>
            <a:ext cx="4272161" cy="4272161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467485" y="2386012"/>
            <a:ext cx="2880000" cy="1081088"/>
          </a:xfrm>
        </p:spPr>
        <p:txBody>
          <a:bodyPr wrap="square" anchor="b">
            <a:normAutofit/>
          </a:bodyPr>
          <a:lstStyle>
            <a:lvl1pPr>
              <a:defRPr sz="6000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椭圆 8"/>
          <p:cNvSpPr/>
          <p:nvPr userDrawn="1">
            <p:custDataLst>
              <p:tags r:id="rId8"/>
            </p:custDataLst>
          </p:nvPr>
        </p:nvSpPr>
        <p:spPr>
          <a:xfrm>
            <a:off x="6411944" y="931202"/>
            <a:ext cx="4399471" cy="4399471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9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300792" y="3016638"/>
            <a:ext cx="6252908" cy="2513584"/>
          </a:xfrm>
        </p:spPr>
        <p:txBody>
          <a:bodyPr wrap="square" anchor="t">
            <a:normAutofit/>
          </a:bodyPr>
          <a:lstStyle>
            <a:lvl1pPr algn="l">
              <a:defRPr sz="6000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4300855" y="1257935"/>
            <a:ext cx="6252845" cy="1671320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149382" y="1866277"/>
            <a:ext cx="3043199" cy="2587225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115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椭圆 7"/>
          <p:cNvSpPr/>
          <p:nvPr userDrawn="1">
            <p:custDataLst>
              <p:tags r:id="rId8"/>
            </p:custDataLst>
          </p:nvPr>
        </p:nvSpPr>
        <p:spPr>
          <a:xfrm flipH="1">
            <a:off x="1427380" y="952529"/>
            <a:ext cx="4952943" cy="4952943"/>
          </a:xfrm>
          <a:prstGeom prst="ellipse">
            <a:avLst/>
          </a:prstGeom>
          <a:gradFill flip="none" rotWithShape="1">
            <a:gsLst>
              <a:gs pos="30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9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2133601" y="2849163"/>
            <a:ext cx="9126462" cy="1800000"/>
          </a:xfr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6600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2133600" y="1400810"/>
            <a:ext cx="9126220" cy="1368425"/>
          </a:xfrm>
        </p:spPr>
        <p:txBody>
          <a:bodyPr wrap="square"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4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380490" y="5580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956063" y="4849527"/>
            <a:ext cx="2304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41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image" Target="../media/image1.png"/><Relationship Id="rId12" Type="http://schemas.openxmlformats.org/officeDocument/2006/relationships/tags" Target="../tags/tag134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描述已自动生成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3C3C3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3C3C3C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rgbClr val="3C3C3C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rgbClr val="3C3C3C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rgbClr val="3C3C3C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rgbClr val="3C3C3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0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14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53.xml"/><Relationship Id="rId4" Type="http://schemas.openxmlformats.org/officeDocument/2006/relationships/image" Target="../media/image5.png"/><Relationship Id="rId3" Type="http://schemas.openxmlformats.org/officeDocument/2006/relationships/tags" Target="../tags/tag152.xml"/><Relationship Id="rId2" Type="http://schemas.openxmlformats.org/officeDocument/2006/relationships/image" Target="../media/image4.png"/><Relationship Id="rId1" Type="http://schemas.openxmlformats.org/officeDocument/2006/relationships/tags" Target="../tags/tag15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56.xml"/><Relationship Id="rId4" Type="http://schemas.openxmlformats.org/officeDocument/2006/relationships/image" Target="../media/image7.png"/><Relationship Id="rId3" Type="http://schemas.openxmlformats.org/officeDocument/2006/relationships/tags" Target="../tags/tag155.xml"/><Relationship Id="rId2" Type="http://schemas.openxmlformats.org/officeDocument/2006/relationships/image" Target="../media/image6.png"/><Relationship Id="rId1" Type="http://schemas.openxmlformats.org/officeDocument/2006/relationships/tags" Target="../tags/tag1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22985" y="2717800"/>
            <a:ext cx="7930515" cy="1097280"/>
          </a:xfrm>
        </p:spPr>
        <p:txBody>
          <a:bodyPr/>
          <a:lstStyle/>
          <a:p>
            <a:r>
              <a:rPr lang="zh-CN" altLang="en-US"/>
              <a:t>深度学习</a:t>
            </a:r>
            <a:r>
              <a:rPr lang="en-US" altLang="zh-CN"/>
              <a:t>-</a:t>
            </a:r>
            <a:r>
              <a:rPr lang="zh-CN" altLang="en-US"/>
              <a:t>低光图像增强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23620" y="1374775"/>
            <a:ext cx="4166235" cy="708025"/>
          </a:xfrm>
        </p:spPr>
        <p:txBody>
          <a:bodyPr/>
          <a:lstStyle/>
          <a:p>
            <a:r>
              <a:rPr lang="en-US" altLang="zh-CN"/>
              <a:t>20251208</a:t>
            </a:r>
            <a:r>
              <a:rPr lang="zh-CN" altLang="en-US"/>
              <a:t>汇报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汇报人：陈银素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541610"/>
            <a:ext cx="10800000" cy="720000"/>
          </a:xfrm>
        </p:spPr>
        <p:txBody>
          <a:bodyPr/>
          <a:p>
            <a:r>
              <a:rPr lang="zh-CN" altLang="en-US" sz="4000"/>
              <a:t>完成</a:t>
            </a:r>
            <a:r>
              <a:rPr lang="zh-CN" altLang="en-US" sz="4000"/>
              <a:t>任务</a:t>
            </a:r>
            <a:endParaRPr lang="zh-CN" altLang="en-US" sz="4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653540"/>
            <a:ext cx="7246620" cy="3738880"/>
          </a:xfrm>
        </p:spPr>
        <p:txBody>
          <a:bodyPr>
            <a:noAutofit/>
          </a:bodyPr>
          <a:p>
            <a:r>
              <a:rPr lang="zh-CN" altLang="en-US" sz="2800" b="1"/>
              <a:t>梳理融合实验过程、撰写</a:t>
            </a:r>
            <a:r>
              <a:rPr lang="zh-CN" altLang="en-US" sz="2800" b="1"/>
              <a:t>论文</a:t>
            </a:r>
            <a:endParaRPr lang="zh-CN" altLang="en-US" sz="2800" b="1"/>
          </a:p>
          <a:p>
            <a:r>
              <a:rPr lang="zh-CN" altLang="en-US" sz="2800" b="1"/>
              <a:t>运行对比</a:t>
            </a:r>
            <a:r>
              <a:rPr lang="zh-CN" altLang="en-US" sz="2800" b="1"/>
              <a:t>实验</a:t>
            </a:r>
            <a:endParaRPr lang="zh-CN" altLang="en-US" sz="2800" b="1"/>
          </a:p>
          <a:p>
            <a:r>
              <a:rPr lang="zh-CN" altLang="en-US" sz="2800" b="1"/>
              <a:t>熟悉实验</a:t>
            </a:r>
            <a:r>
              <a:rPr lang="zh-CN" altLang="en-US" sz="2800" b="1"/>
              <a:t>流程</a:t>
            </a:r>
            <a:endParaRPr lang="zh-CN" altLang="en-US" sz="2800" b="1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98855" y="1569720"/>
            <a:ext cx="742950" cy="2705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560" y="286385"/>
            <a:ext cx="9296400" cy="6134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4185" y="167005"/>
            <a:ext cx="5422265" cy="6145530"/>
          </a:xfrm>
          <a:prstGeom prst="rect">
            <a:avLst/>
          </a:prstGeom>
        </p:spPr>
      </p:pic>
      <p:pic>
        <p:nvPicPr>
          <p:cNvPr id="9" name="内容占位符 8"/>
          <p:cNvPicPr>
            <a:picLocks noChangeAspect="1"/>
          </p:cNvPicPr>
          <p:nvPr>
            <p:ph idx="1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35980" y="1610360"/>
            <a:ext cx="6127115" cy="49847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21255" y="2475230"/>
            <a:ext cx="9505950" cy="3295650"/>
          </a:xfrm>
          <a:prstGeom prst="rect">
            <a:avLst/>
          </a:prstGeom>
        </p:spPr>
      </p:pic>
      <p:pic>
        <p:nvPicPr>
          <p:cNvPr id="7" name="内容占位符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0175" y="691515"/>
            <a:ext cx="10968990" cy="11068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2"/>
</p:tagLst>
</file>

<file path=ppt/tags/tag7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4"/>
</p:tagLst>
</file>

<file path=ppt/tags/tag71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1"/>
</p:tagLst>
</file>

<file path=ppt/tags/tag7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9"/>
</p:tagLst>
</file>

<file path=ppt/tags/tag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7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8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9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69"/>
</p:tagLst>
</file>

<file path=ppt/tags/tag9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"/>
</p:tagLst>
</file>

<file path=ppt/tags/tag9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9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96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9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101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</p:tagLst>
</file>

<file path=ppt/tags/tag102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03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10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</p:tagLst>
</file>

<file path=ppt/tags/tag11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12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1"/>
</p:tagLst>
</file>

<file path=ppt/tags/tag13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4"/>
</p:tagLst>
</file>

<file path=ppt/tags/tag132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3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9"/>
</p:tagLst>
</file>

<file path=ppt/tags/tag13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646"/>
</p:tagLst>
</file>

<file path=ppt/tags/tag13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50"/>
  <p:tag name="KSO_WM_TEMPLATE_CATEGORY" val="custom"/>
  <p:tag name="KSO_WM_TEMPLATE_INDEX" val="20238646"/>
</p:tagLst>
</file>

<file path=ppt/tags/tag13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46"/>
  <p:tag name="KSO_WM_TEMPLATE_CATEGORY" val="custom"/>
  <p:tag name="KSO_WM_TEMPLATE_MASTER_TYPE" val="0"/>
</p:tagLst>
</file>

<file path=ppt/tags/tag1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46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46"/>
  <p:tag name="KSO_WM_TEMPLATE_CATEGORY" val="custom"/>
  <p:tag name="KSO_WM_UNIT_ISCONTENTSTITLE" val="0"/>
  <p:tag name="KSO_WM_UNIT_VALUE" val="32"/>
  <p:tag name="KSO_WM_UNIT_PRESET_TEXT" val="单击添加文档标题"/>
  <p:tag name="KSO_WM_UNIT_TEXT_TYPE" val="1"/>
</p:tagLst>
</file>

<file path=ppt/tags/tag14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46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46"/>
  <p:tag name="KSO_WM_TEMPLATE_CATEGORY" val="custom"/>
  <p:tag name="KSO_WM_UNIT_ISCONTENTSTITLE" val="0"/>
  <p:tag name="KSO_WM_UNIT_PRESET_TEXT" val="添加文档副标题"/>
  <p:tag name="KSO_WM_UNIT_TEXT_TYPE" val="1"/>
</p:tagLst>
</file>

<file path=ppt/tags/tag14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46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46"/>
  <p:tag name="KSO_WM_TEMPLATE_CATEGORY" val="custom"/>
  <p:tag name="KSO_WM_UNIT_TEXT_LAYER_COUNT" val="1"/>
</p:tagLst>
</file>

<file path=ppt/tags/tag145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46"/>
  <p:tag name="KSO_WM_TEMPLATE_CATEGORY" val="custom"/>
  <p:tag name="KSO_WM_SLIDE_INDEX" val="1"/>
  <p:tag name="KSO_WM_SLIDE_ID" val="custom20238646_1"/>
  <p:tag name="KSO_WM_TEMPLATE_MASTER_TYPE" val="0"/>
  <p:tag name="KSO_WM_SLIDE_LAYOUT" val="a_b_f"/>
  <p:tag name="KSO_WM_SLIDE_LAYOUT_CNT" val="1_1_2"/>
</p:tagLst>
</file>

<file path=ppt/tags/tag1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4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5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渐变几何通用模板">
  <a:themeElements>
    <a:clrScheme name="自定义 4">
      <a:dk1>
        <a:srgbClr val="000000"/>
      </a:dk1>
      <a:lt1>
        <a:srgbClr val="FFFFFF"/>
      </a:lt1>
      <a:dk2>
        <a:srgbClr val="262626"/>
      </a:dk2>
      <a:lt2>
        <a:srgbClr val="F6F6F6"/>
      </a:lt2>
      <a:accent1>
        <a:srgbClr val="BC9E80"/>
      </a:accent1>
      <a:accent2>
        <a:srgbClr val="F3AE35"/>
      </a:accent2>
      <a:accent3>
        <a:srgbClr val="BDBF2F"/>
      </a:accent3>
      <a:accent4>
        <a:srgbClr val="4EBAC2"/>
      </a:accent4>
      <a:accent5>
        <a:srgbClr val="E39865"/>
      </a:accent5>
      <a:accent6>
        <a:srgbClr val="B687DA"/>
      </a:accent6>
      <a:hlink>
        <a:srgbClr val="304FFE"/>
      </a:hlink>
      <a:folHlink>
        <a:srgbClr val="492067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WPS 演示</Application>
  <PresentationFormat>宽屏</PresentationFormat>
  <Paragraphs>12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Verdana</vt:lpstr>
      <vt:lpstr>微软雅黑</vt:lpstr>
      <vt:lpstr>Arial Unicode MS</vt:lpstr>
      <vt:lpstr>Calibri</vt:lpstr>
      <vt:lpstr>WPS</vt:lpstr>
      <vt:lpstr>简约风渐变几何通用模板</vt:lpstr>
      <vt:lpstr>深度学习-低光图像增强</vt:lpstr>
      <vt:lpstr>完成任务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丨丨c</cp:lastModifiedBy>
  <cp:revision>216</cp:revision>
  <dcterms:created xsi:type="dcterms:W3CDTF">2019-06-19T02:08:00Z</dcterms:created>
  <dcterms:modified xsi:type="dcterms:W3CDTF">2026-01-15T03:12:07Z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2A40547D2B4F45B58CEDD44D0F25320A_11</vt:lpwstr>
  </property>
</Properties>
</file>