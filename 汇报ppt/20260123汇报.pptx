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91" r:id="rId4"/>
    <p:sldId id="264" r:id="rId5"/>
    <p:sldId id="29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png"/><Relationship Id="rId2" Type="http://schemas.openxmlformats.org/officeDocument/2006/relationships/tags" Target="../tags/tag6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image" Target="../media/image1.png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1.png"/><Relationship Id="rId2" Type="http://schemas.openxmlformats.org/officeDocument/2006/relationships/tags" Target="../tags/tag85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image" Target="../media/image1.png"/><Relationship Id="rId2" Type="http://schemas.openxmlformats.org/officeDocument/2006/relationships/tags" Target="../tags/tag12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3" name="椭圆 42"/>
          <p:cNvSpPr/>
          <p:nvPr userDrawn="1">
            <p:custDataLst>
              <p:tags r:id="rId8"/>
            </p:custDataLst>
          </p:nvPr>
        </p:nvSpPr>
        <p:spPr>
          <a:xfrm rot="900000">
            <a:off x="5811677" y="952529"/>
            <a:ext cx="4952943" cy="4952943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1023853" y="3063673"/>
            <a:ext cx="10515600" cy="180000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5400" b="1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1023853" y="1513966"/>
            <a:ext cx="10515600" cy="1457452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40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02361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023853" y="4925628"/>
            <a:ext cx="2303547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椭圆 9"/>
          <p:cNvSpPr/>
          <p:nvPr userDrawn="1">
            <p:custDataLst>
              <p:tags r:id="rId8"/>
            </p:custDataLst>
          </p:nvPr>
        </p:nvSpPr>
        <p:spPr>
          <a:xfrm>
            <a:off x="75048" y="1292920"/>
            <a:ext cx="4272161" cy="4272161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467485" y="2386012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椭圆 8"/>
          <p:cNvSpPr/>
          <p:nvPr userDrawn="1">
            <p:custDataLst>
              <p:tags r:id="rId8"/>
            </p:custDataLst>
          </p:nvPr>
        </p:nvSpPr>
        <p:spPr>
          <a:xfrm>
            <a:off x="6411944" y="931202"/>
            <a:ext cx="4399471" cy="4399471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9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300792" y="3016638"/>
            <a:ext cx="6252908" cy="2513584"/>
          </a:xfrm>
        </p:spPr>
        <p:txBody>
          <a:bodyPr wrap="square" anchor="t">
            <a:normAutofit/>
          </a:bodyPr>
          <a:lstStyle>
            <a:lvl1pPr algn="l">
              <a:defRPr sz="60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4300855" y="1257935"/>
            <a:ext cx="6252845" cy="1671320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149382" y="1866277"/>
            <a:ext cx="3043199" cy="2587225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115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椭圆 7"/>
          <p:cNvSpPr/>
          <p:nvPr userDrawn="1">
            <p:custDataLst>
              <p:tags r:id="rId8"/>
            </p:custDataLst>
          </p:nvPr>
        </p:nvSpPr>
        <p:spPr>
          <a:xfrm flipH="1">
            <a:off x="1427380" y="952529"/>
            <a:ext cx="4952943" cy="4952943"/>
          </a:xfrm>
          <a:prstGeom prst="ellipse">
            <a:avLst/>
          </a:prstGeom>
          <a:gradFill flip="none" rotWithShape="1">
            <a:gsLst>
              <a:gs pos="30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9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2133601" y="2849163"/>
            <a:ext cx="9126462" cy="1800000"/>
          </a:xfr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66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2133600" y="1400810"/>
            <a:ext cx="9126220" cy="1368425"/>
          </a:xfrm>
        </p:spPr>
        <p:txBody>
          <a:bodyPr wrap="square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4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380490" y="5580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956063" y="4849527"/>
            <a:ext cx="2304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41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image" Target="../media/image1.png"/><Relationship Id="rId12" Type="http://schemas.openxmlformats.org/officeDocument/2006/relationships/tags" Target="../tags/tag13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3C3C3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3C3C3C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rgbClr val="3C3C3C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rgbClr val="3C3C3C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rgbClr val="3C3C3C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rgbClr val="3C3C3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9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22985" y="2717800"/>
            <a:ext cx="7930515" cy="1097280"/>
          </a:xfrm>
        </p:spPr>
        <p:txBody>
          <a:bodyPr/>
          <a:lstStyle/>
          <a:p>
            <a:r>
              <a:rPr lang="zh-CN" altLang="en-US"/>
              <a:t>深度学习</a:t>
            </a:r>
            <a:r>
              <a:rPr lang="en-US" altLang="zh-CN"/>
              <a:t>-</a:t>
            </a:r>
            <a:r>
              <a:rPr lang="zh-CN" altLang="en-US"/>
              <a:t>低光图像增强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23620" y="1374775"/>
            <a:ext cx="4166235" cy="708025"/>
          </a:xfrm>
        </p:spPr>
        <p:txBody>
          <a:bodyPr/>
          <a:lstStyle/>
          <a:p>
            <a:r>
              <a:rPr lang="en-US" altLang="zh-CN"/>
              <a:t>20260123</a:t>
            </a:r>
            <a:r>
              <a:rPr lang="zh-CN" altLang="en-US"/>
              <a:t>汇报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汇报人：陈银素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677500"/>
            <a:ext cx="10800000" cy="720000"/>
          </a:xfrm>
        </p:spPr>
        <p:txBody>
          <a:bodyPr/>
          <a:p>
            <a:r>
              <a:rPr lang="zh-CN" altLang="en-US" sz="4000"/>
              <a:t>完成</a:t>
            </a:r>
            <a:r>
              <a:rPr lang="zh-CN" altLang="en-US" sz="4000"/>
              <a:t>任务</a:t>
            </a:r>
            <a:endParaRPr lang="zh-CN" altLang="en-US" sz="4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2032635"/>
            <a:ext cx="7246620" cy="2106295"/>
          </a:xfrm>
        </p:spPr>
        <p:txBody>
          <a:bodyPr>
            <a:noAutofit/>
          </a:bodyPr>
          <a:p>
            <a:r>
              <a:rPr lang="zh-CN" altLang="en-US" sz="2800" b="1"/>
              <a:t>梳理实验</a:t>
            </a:r>
            <a:r>
              <a:rPr lang="zh-CN" altLang="en-US" sz="2800" b="1"/>
              <a:t>过程</a:t>
            </a:r>
            <a:endParaRPr lang="zh-CN" altLang="en-US" sz="2800" b="1"/>
          </a:p>
          <a:p>
            <a:r>
              <a:rPr lang="zh-CN" altLang="en-US" sz="2800" b="1"/>
              <a:t>阅读</a:t>
            </a:r>
            <a:r>
              <a:rPr lang="en-US" altLang="zh-CN" sz="2800" b="1"/>
              <a:t>+</a:t>
            </a:r>
            <a:r>
              <a:rPr lang="zh-CN" altLang="en-US" sz="2800" b="1"/>
              <a:t>修改</a:t>
            </a:r>
            <a:r>
              <a:rPr lang="zh-CN" altLang="en-US" sz="2800" b="1"/>
              <a:t>论文</a:t>
            </a:r>
            <a:endParaRPr lang="zh-CN" altLang="en-US" sz="2800" b="1"/>
          </a:p>
          <a:p>
            <a:r>
              <a:rPr lang="zh-CN" altLang="en-US" sz="2800" b="1"/>
              <a:t>查找论文投递的相关</a:t>
            </a:r>
            <a:r>
              <a:rPr lang="zh-CN" altLang="en-US" sz="2800" b="1"/>
              <a:t>信息</a:t>
            </a:r>
            <a:endParaRPr lang="zh-CN" altLang="en-US" sz="2800" b="1"/>
          </a:p>
          <a:p>
            <a:pPr marL="0" indent="0">
              <a:buNone/>
            </a:pPr>
            <a:endParaRPr lang="zh-CN" altLang="en-US" sz="2800" b="1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06145" y="2390775"/>
            <a:ext cx="8128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期刊选择：</a:t>
            </a:r>
            <a:endParaRPr lang="zh-CN" altLang="en-US" b="1"/>
          </a:p>
          <a:p>
            <a:r>
              <a:rPr lang="en-US" altLang="zh-CN"/>
              <a:t>KNOWLEDGE AND INFORMATION SYSTEMS</a:t>
            </a:r>
            <a:endParaRPr lang="en-US" altLang="zh-CN"/>
          </a:p>
          <a:p>
            <a:r>
              <a:rPr lang="en-US" altLang="zh-CN"/>
              <a:t>PATTERN ANALYSIS AND APPLICATIONS</a:t>
            </a:r>
            <a:endParaRPr lang="en-US" altLang="zh-CN"/>
          </a:p>
          <a:p>
            <a:r>
              <a:rPr lang="en-US" altLang="zh-CN"/>
              <a:t>MACHINE VISION AND APPLICATIONS     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期刊确定</a:t>
            </a:r>
            <a:r>
              <a:rPr lang="zh-CN" altLang="en-US">
                <a:sym typeface="+mn-ea"/>
              </a:rPr>
              <a:t>）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06145" y="772160"/>
            <a:ext cx="8385810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论文修改与</a:t>
            </a:r>
            <a:r>
              <a:rPr lang="zh-CN" altLang="en-US" b="1"/>
              <a:t>优化：</a:t>
            </a:r>
            <a:endParaRPr lang="zh-CN" altLang="en-US" b="1"/>
          </a:p>
          <a:p>
            <a:r>
              <a:rPr lang="zh-CN" altLang="en-US"/>
              <a:t>角度</a:t>
            </a:r>
            <a:r>
              <a:rPr lang="zh-CN" altLang="en-US"/>
              <a:t>一：结构逻辑检查、语言与格式精修、关键内容强化</a:t>
            </a:r>
            <a:endParaRPr lang="zh-CN" altLang="en-US"/>
          </a:p>
          <a:p>
            <a:r>
              <a:rPr lang="zh-CN" altLang="en-US">
                <a:sym typeface="+mn-ea"/>
              </a:rPr>
              <a:t>角度二：</a:t>
            </a:r>
            <a:r>
              <a:rPr lang="zh-CN" altLang="en-US"/>
              <a:t>学术平台预审、</a:t>
            </a:r>
            <a:r>
              <a:rPr lang="en-US" altLang="zh-CN"/>
              <a:t>ai</a:t>
            </a:r>
            <a:r>
              <a:rPr lang="zh-CN" altLang="en-US"/>
              <a:t>查重（</a:t>
            </a:r>
            <a:r>
              <a:rPr lang="zh-CN" altLang="en-US">
                <a:highlight>
                  <a:srgbClr val="FFFF00"/>
                </a:highlight>
              </a:rPr>
              <a:t>相关平台推荐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06145" y="4306570"/>
            <a:ext cx="5781040" cy="1932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时间</a:t>
            </a:r>
            <a:r>
              <a:rPr lang="zh-CN" altLang="en-US" b="1"/>
              <a:t>计划：</a:t>
            </a:r>
            <a:endParaRPr lang="zh-CN" altLang="en-US" b="1"/>
          </a:p>
          <a:p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8385" y="4434205"/>
            <a:ext cx="2956560" cy="21831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05830" y="5071745"/>
            <a:ext cx="4522470" cy="1167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论文初步修改完善截止</a:t>
            </a:r>
            <a:r>
              <a:rPr lang="zh-CN" altLang="en-US" b="1"/>
              <a:t>日期：</a:t>
            </a:r>
            <a:endParaRPr lang="zh-CN" altLang="en-US" b="1"/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论文投递时间：</a:t>
            </a:r>
            <a:r>
              <a:rPr lang="en-US" altLang="zh-CN" b="1">
                <a:sym typeface="+mn-ea"/>
              </a:rPr>
              <a:t>      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时间确定</a:t>
            </a:r>
            <a:r>
              <a:rPr lang="zh-CN" altLang="en-US">
                <a:sym typeface="+mn-ea"/>
              </a:rPr>
              <a:t>）</a:t>
            </a:r>
            <a:endParaRPr lang="zh-CN" altLang="en-US" b="1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2"/>
</p:tagLst>
</file>

<file path=ppt/tags/tag7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4"/>
</p:tagLst>
</file>

<file path=ppt/tags/tag71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1"/>
</p:tagLst>
</file>

<file path=ppt/tags/tag7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7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8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9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69"/>
</p:tagLst>
</file>

<file path=ppt/tags/tag9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9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9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96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9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102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03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10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11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2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1"/>
</p:tagLst>
</file>

<file path=ppt/tags/tag13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4"/>
</p:tagLst>
</file>

<file path=ppt/tags/tag132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3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13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646"/>
</p:tagLst>
</file>

<file path=ppt/tags/tag13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20238646"/>
</p:tagLst>
</file>

<file path=ppt/tags/tag13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46"/>
  <p:tag name="KSO_WM_TEMPLATE_CATEGORY" val="custom"/>
  <p:tag name="KSO_WM_TEMPLATE_MASTER_TYPE" val="0"/>
</p:tagLst>
</file>

<file path=ppt/tags/tag1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46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ISCONTENTSTITLE" val="0"/>
  <p:tag name="KSO_WM_UNIT_VALUE" val="32"/>
  <p:tag name="KSO_WM_UNIT_PRESET_TEXT" val="单击添加文档标题"/>
  <p:tag name="KSO_WM_UNIT_TEXT_TYPE" val="1"/>
</p:tagLst>
</file>

<file path=ppt/tags/tag14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46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ISCONTENTSTITLE" val="0"/>
  <p:tag name="KSO_WM_UNIT_PRESET_TEXT" val="添加文档副标题"/>
  <p:tag name="KSO_WM_UNIT_TEXT_TYPE" val="1"/>
</p:tagLst>
</file>

<file path=ppt/tags/tag14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46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TEXT_LAYER_COUNT" val="1"/>
</p:tagLst>
</file>

<file path=ppt/tags/tag145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46"/>
  <p:tag name="KSO_WM_TEMPLATE_CATEGORY" val="custom"/>
  <p:tag name="KSO_WM_SLIDE_INDEX" val="1"/>
  <p:tag name="KSO_WM_SLIDE_ID" val="custom20238646_1"/>
  <p:tag name="KSO_WM_TEMPLATE_MASTER_TYPE" val="0"/>
  <p:tag name="KSO_WM_SLIDE_LAYOUT" val="a_b_f"/>
  <p:tag name="KSO_WM_SLIDE_LAYOUT_CNT" val="1_1_2"/>
</p:tagLst>
</file>

<file path=ppt/tags/tag1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渐变几何通用模板">
  <a:themeElements>
    <a:clrScheme name="自定义 4">
      <a:dk1>
        <a:srgbClr val="000000"/>
      </a:dk1>
      <a:lt1>
        <a:srgbClr val="FFFFFF"/>
      </a:lt1>
      <a:dk2>
        <a:srgbClr val="262626"/>
      </a:dk2>
      <a:lt2>
        <a:srgbClr val="F6F6F6"/>
      </a:lt2>
      <a:accent1>
        <a:srgbClr val="BC9E80"/>
      </a:accent1>
      <a:accent2>
        <a:srgbClr val="F3AE35"/>
      </a:accent2>
      <a:accent3>
        <a:srgbClr val="BDBF2F"/>
      </a:accent3>
      <a:accent4>
        <a:srgbClr val="4EBAC2"/>
      </a:accent4>
      <a:accent5>
        <a:srgbClr val="E39865"/>
      </a:accent5>
      <a:accent6>
        <a:srgbClr val="B687DA"/>
      </a:accent6>
      <a:hlink>
        <a:srgbClr val="304FFE"/>
      </a:hlink>
      <a:folHlink>
        <a:srgbClr val="492067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WPS 演示</Application>
  <PresentationFormat>宽屏</PresentationFormat>
  <Paragraphs>30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Verdana</vt:lpstr>
      <vt:lpstr>微软雅黑</vt:lpstr>
      <vt:lpstr>Arial Unicode MS</vt:lpstr>
      <vt:lpstr>Calibri</vt:lpstr>
      <vt:lpstr>WPS</vt:lpstr>
      <vt:lpstr>简约风渐变几何通用模板</vt:lpstr>
      <vt:lpstr>深度学习-低光图像增强</vt:lpstr>
      <vt:lpstr>完成任务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丨丨c</cp:lastModifiedBy>
  <cp:revision>224</cp:revision>
  <dcterms:created xsi:type="dcterms:W3CDTF">2019-06-19T02:08:00Z</dcterms:created>
  <dcterms:modified xsi:type="dcterms:W3CDTF">2026-01-23T04:59:54Z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2A40547D2B4F45B58CEDD44D0F25320A_11</vt:lpwstr>
  </property>
</Properties>
</file>